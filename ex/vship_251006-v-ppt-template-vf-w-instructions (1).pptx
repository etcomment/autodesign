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37" r:id="rId5"/>
  </p:sldMasterIdLst>
  <p:notesMasterIdLst>
    <p:notesMasterId r:id="rId75"/>
  </p:notesMasterIdLst>
  <p:handoutMasterIdLst>
    <p:handoutMasterId r:id="rId76"/>
  </p:handoutMasterIdLst>
  <p:sldIdLst>
    <p:sldId id="2487" r:id="rId6"/>
    <p:sldId id="2516" r:id="rId7"/>
    <p:sldId id="2467" r:id="rId8"/>
    <p:sldId id="2488" r:id="rId9"/>
    <p:sldId id="265" r:id="rId10"/>
    <p:sldId id="266" r:id="rId11"/>
    <p:sldId id="267" r:id="rId12"/>
    <p:sldId id="2500" r:id="rId13"/>
    <p:sldId id="2489" r:id="rId14"/>
    <p:sldId id="2490" r:id="rId15"/>
    <p:sldId id="2491" r:id="rId16"/>
    <p:sldId id="2499" r:id="rId17"/>
    <p:sldId id="268" r:id="rId18"/>
    <p:sldId id="269" r:id="rId19"/>
    <p:sldId id="271" r:id="rId20"/>
    <p:sldId id="272" r:id="rId21"/>
    <p:sldId id="286" r:id="rId22"/>
    <p:sldId id="2468" r:id="rId23"/>
    <p:sldId id="2494" r:id="rId24"/>
    <p:sldId id="2495" r:id="rId25"/>
    <p:sldId id="2481" r:id="rId26"/>
    <p:sldId id="2482" r:id="rId27"/>
    <p:sldId id="287" r:id="rId28"/>
    <p:sldId id="2493" r:id="rId29"/>
    <p:sldId id="2469" r:id="rId30"/>
    <p:sldId id="2492" r:id="rId31"/>
    <p:sldId id="2483" r:id="rId32"/>
    <p:sldId id="2484" r:id="rId33"/>
    <p:sldId id="293" r:id="rId34"/>
    <p:sldId id="294" r:id="rId35"/>
    <p:sldId id="275" r:id="rId36"/>
    <p:sldId id="281" r:id="rId37"/>
    <p:sldId id="282" r:id="rId38"/>
    <p:sldId id="283" r:id="rId39"/>
    <p:sldId id="284" r:id="rId40"/>
    <p:sldId id="278" r:id="rId41"/>
    <p:sldId id="277" r:id="rId42"/>
    <p:sldId id="279" r:id="rId43"/>
    <p:sldId id="280" r:id="rId44"/>
    <p:sldId id="2502" r:id="rId45"/>
    <p:sldId id="2503" r:id="rId46"/>
    <p:sldId id="2504" r:id="rId47"/>
    <p:sldId id="2505" r:id="rId48"/>
    <p:sldId id="2506" r:id="rId49"/>
    <p:sldId id="2507" r:id="rId50"/>
    <p:sldId id="2486" r:id="rId51"/>
    <p:sldId id="2471" r:id="rId52"/>
    <p:sldId id="2485" r:id="rId53"/>
    <p:sldId id="2496" r:id="rId54"/>
    <p:sldId id="2497" r:id="rId55"/>
    <p:sldId id="2498" r:id="rId56"/>
    <p:sldId id="295" r:id="rId57"/>
    <p:sldId id="292" r:id="rId58"/>
    <p:sldId id="259" r:id="rId59"/>
    <p:sldId id="261" r:id="rId60"/>
    <p:sldId id="262" r:id="rId61"/>
    <p:sldId id="260" r:id="rId62"/>
    <p:sldId id="2501" r:id="rId63"/>
    <p:sldId id="2508" r:id="rId64"/>
    <p:sldId id="2509" r:id="rId65"/>
    <p:sldId id="2519" r:id="rId66"/>
    <p:sldId id="2520" r:id="rId67"/>
    <p:sldId id="257" r:id="rId68"/>
    <p:sldId id="2511" r:id="rId69"/>
    <p:sldId id="2512" r:id="rId70"/>
    <p:sldId id="2518" r:id="rId71"/>
    <p:sldId id="2517" r:id="rId72"/>
    <p:sldId id="2514" r:id="rId73"/>
    <p:sldId id="2515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2E3"/>
    <a:srgbClr val="ECECEC"/>
    <a:srgbClr val="E0DFE0"/>
    <a:srgbClr val="E5E5E5"/>
    <a:srgbClr val="B9EFAA"/>
    <a:srgbClr val="61757C"/>
    <a:srgbClr val="774D19"/>
    <a:srgbClr val="064276"/>
    <a:srgbClr val="77D7EF"/>
    <a:srgbClr val="00B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3D064-F1D0-468C-89A3-86B662F7D46D}" v="11" dt="2023-02-17T10:24:48.889"/>
    <p1510:client id="{35C8F302-B089-756A-0057-0FE585680531}" v="3" dt="2023-02-23T14:43:58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7" autoAdjust="0"/>
    <p:restoredTop sz="86408"/>
  </p:normalViewPr>
  <p:slideViewPr>
    <p:cSldViewPr snapToGrid="0">
      <p:cViewPr varScale="1">
        <p:scale>
          <a:sx n="92" d="100"/>
          <a:sy n="92" d="100"/>
        </p:scale>
        <p:origin x="102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254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viewProps" Target="viewProps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162995594713657E-3"/>
          <c:y val="3.1081888822474597E-2"/>
          <c:w val="0.98167400881057265"/>
          <c:h val="0.9378362223550508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197A56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2282-6E4A-BA54-F9E69E4BF625}"/>
              </c:ext>
            </c:extLst>
          </c:dPt>
          <c:dPt>
            <c:idx val="4"/>
            <c:invertIfNegative val="0"/>
            <c:bubble3D val="0"/>
            <c:spPr>
              <a:solidFill>
                <a:srgbClr val="D9D9D9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2282-6E4A-BA54-F9E69E4BF625}"/>
              </c:ext>
            </c:extLst>
          </c:dPt>
          <c:dPt>
            <c:idx val="5"/>
            <c:invertIfNegative val="0"/>
            <c:bubble3D val="0"/>
            <c:spPr>
              <a:solidFill>
                <a:srgbClr val="7F7F7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2282-6E4A-BA54-F9E69E4BF625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175</c:v>
                </c:pt>
                <c:pt idx="1">
                  <c:v>175</c:v>
                </c:pt>
                <c:pt idx="2">
                  <c:v>298</c:v>
                </c:pt>
                <c:pt idx="3">
                  <c:v>465</c:v>
                </c:pt>
                <c:pt idx="4">
                  <c:v>598</c:v>
                </c:pt>
                <c:pt idx="5">
                  <c:v>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82-6E4A-BA54-F9E69E4BF625}"/>
            </c:ext>
          </c:extLst>
        </c:ser>
        <c:ser>
          <c:idx val="1"/>
          <c:order val="1"/>
          <c:spPr>
            <a:noFill/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2282-6E4A-BA54-F9E69E4BF62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2282-6E4A-BA54-F9E69E4BF62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2282-6E4A-BA54-F9E69E4BF625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1">
                  <c:v>123</c:v>
                </c:pt>
                <c:pt idx="2">
                  <c:v>167</c:v>
                </c:pt>
                <c:pt idx="3">
                  <c:v>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282-6E4A-BA54-F9E69E4BF6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373624288"/>
        <c:axId val="1"/>
      </c:barChart>
      <c:catAx>
        <c:axId val="137362428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12700" algn="ctr">
            <a:solidFill>
              <a:schemeClr val="accent4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9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7362428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60677214529436E-2"/>
          <c:y val="1.0520605583599733E-2"/>
          <c:w val="0.97078651685393258"/>
          <c:h val="0.57500707395224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4.1208791208791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Calibri"/>
                      <a:ea typeface="+mn-ea"/>
                      <a:cs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C72-B242-AE4E-C7E75E47889C}"/>
                </c:ext>
              </c:extLst>
            </c:dLbl>
            <c:dLbl>
              <c:idx val="1"/>
              <c:layout>
                <c:manualLayout>
                  <c:x val="0"/>
                  <c:y val="-5.49450549450549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C72-B242-AE4E-C7E75E47889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RF23</c:v>
                </c:pt>
                <c:pt idx="1">
                  <c:v>SDF</c:v>
                </c:pt>
              </c:strCache>
            </c:strRef>
          </c:cat>
          <c:val>
            <c:numRef>
              <c:f>Sheet1!$B$2:$C$2</c:f>
              <c:numCache>
                <c:formatCode>#,##0;"-"#,##0</c:formatCode>
                <c:ptCount val="2"/>
                <c:pt idx="0">
                  <c:v>200</c:v>
                </c:pt>
                <c:pt idx="1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72-B242-AE4E-C7E75E47889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ipsum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4.12087912087912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Calibri"/>
                      <a:ea typeface="+mn-ea"/>
                      <a:cs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C72-B242-AE4E-C7E75E47889C}"/>
                </c:ext>
              </c:extLst>
            </c:dLbl>
            <c:dLbl>
              <c:idx val="1"/>
              <c:layout>
                <c:manualLayout>
                  <c:x val="0"/>
                  <c:y val="-5.49450549450549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C72-B242-AE4E-C7E75E47889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RF23</c:v>
                </c:pt>
                <c:pt idx="1">
                  <c:v>SDF</c:v>
                </c:pt>
              </c:strCache>
            </c:strRef>
          </c:cat>
          <c:val>
            <c:numRef>
              <c:f>Sheet1!$B$3:$C$3</c:f>
              <c:numCache>
                <c:formatCode>#,##0;"-"#,##0</c:formatCode>
                <c:ptCount val="2"/>
                <c:pt idx="0">
                  <c:v>200</c:v>
                </c:pt>
                <c:pt idx="1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72-B242-AE4E-C7E75E47889C}"/>
            </c:ext>
          </c:extLst>
        </c:ser>
        <c:ser>
          <c:idx val="2"/>
          <c:order val="2"/>
          <c:spPr>
            <a:noFill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/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Sheet1!$B$1:$C$1</c:f>
              <c:strCache>
                <c:ptCount val="2"/>
                <c:pt idx="0">
                  <c:v>RF23</c:v>
                </c:pt>
                <c:pt idx="1">
                  <c:v>SDF</c:v>
                </c:pt>
              </c:strCache>
            </c:strRef>
          </c:cat>
          <c:val>
            <c:numRef>
              <c:f>Sheet1!$B$4:$C$4</c:f>
              <c:numCache>
                <c:formatCode>#,##0;"-"#,##0</c:formatCode>
                <c:ptCount val="2"/>
                <c:pt idx="0">
                  <c:v>400</c:v>
                </c:pt>
                <c:pt idx="1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C72-B242-AE4E-C7E75E478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532895"/>
        <c:axId val="1"/>
      </c:barChart>
      <c:catAx>
        <c:axId val="345328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algn="ctr">
            <a:solidFill>
              <a:schemeClr val="accent4"/>
            </a:solidFill>
            <a:prstDash val="solid"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00"/>
          <c:min val="0"/>
        </c:scaling>
        <c:delete val="1"/>
        <c:axPos val="l"/>
        <c:numFmt formatCode="#,##0;&quot;-&quot;#,##0" sourceLinked="1"/>
        <c:majorTickMark val="out"/>
        <c:minorTickMark val="none"/>
        <c:tickLblPos val="nextTo"/>
        <c:crossAx val="34532895"/>
        <c:crosses val="min"/>
        <c:crossBetween val="between"/>
      </c:valAx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"/>
          <c:y val="0.74907052796995421"/>
          <c:w val="0.75193466623430971"/>
          <c:h val="0.149416259059588"/>
        </c:manualLayout>
      </c:layout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606741573033709E-2"/>
          <c:y val="0.2304613179106792"/>
          <c:w val="0.97078651685393258"/>
          <c:h val="0.496205172237709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67C-4B48-86A9-F7BDFDA80804}"/>
                </c:ext>
              </c:extLst>
            </c:dLbl>
            <c:dLbl>
              <c:idx val="1"/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67C-4B48-86A9-F7BDFDA808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Sheet1!$B$1:$C$1</c:f>
              <c:strCache>
                <c:ptCount val="2"/>
                <c:pt idx="0">
                  <c:v>FS34</c:v>
                </c:pt>
                <c:pt idx="1">
                  <c:v>XZC</c:v>
                </c:pt>
              </c:strCache>
            </c:strRef>
          </c:cat>
          <c:val>
            <c:numRef>
              <c:f>Sheet1!$B$2:$C$2</c:f>
              <c:numCache>
                <c:formatCode>#,##0;"-"#,##0</c:formatCode>
                <c:ptCount val="2"/>
                <c:pt idx="0">
                  <c:v>100</c:v>
                </c:pt>
                <c:pt idx="1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7C-4B48-86A9-F7BDFDA80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4530399"/>
        <c:axId val="1"/>
      </c:barChart>
      <c:catAx>
        <c:axId val="345303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algn="ctr">
            <a:solidFill>
              <a:schemeClr val="accent4"/>
            </a:solidFill>
            <a:prstDash val="solid"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2"/>
          <c:min val="0"/>
        </c:scaling>
        <c:delete val="1"/>
        <c:axPos val="l"/>
        <c:numFmt formatCode="#,##0;&quot;-&quot;#,##0" sourceLinked="1"/>
        <c:majorTickMark val="out"/>
        <c:minorTickMark val="none"/>
        <c:tickLblPos val="nextTo"/>
        <c:crossAx val="345303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LOREM</a:t>
            </a:r>
          </a:p>
        </c:rich>
      </c:tx>
      <c:layout>
        <c:manualLayout>
          <c:xMode val="edge"/>
          <c:yMode val="edge"/>
          <c:x val="2.682534001431639E-3"/>
          <c:y val="9.84839481827094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Sheet1!$A$2:$A$11</c:f>
              <c:strCache>
                <c:ptCount val="10"/>
                <c:pt idx="0">
                  <c:v>SD</c:v>
                </c:pt>
                <c:pt idx="1">
                  <c:v>IJ</c:v>
                </c:pt>
                <c:pt idx="2">
                  <c:v>XO</c:v>
                </c:pt>
                <c:pt idx="3">
                  <c:v>YO</c:v>
                </c:pt>
                <c:pt idx="4">
                  <c:v>UO</c:v>
                </c:pt>
                <c:pt idx="5">
                  <c:v>PO</c:v>
                </c:pt>
                <c:pt idx="6">
                  <c:v>CO</c:v>
                </c:pt>
                <c:pt idx="7">
                  <c:v>HP</c:v>
                </c:pt>
                <c:pt idx="8">
                  <c:v>JK</c:v>
                </c:pt>
                <c:pt idx="9">
                  <c:v>LM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35</c:v>
                </c:pt>
                <c:pt idx="2">
                  <c:v>32</c:v>
                </c:pt>
                <c:pt idx="3">
                  <c:v>32</c:v>
                </c:pt>
                <c:pt idx="4">
                  <c:v>28</c:v>
                </c:pt>
                <c:pt idx="5">
                  <c:v>12</c:v>
                </c:pt>
                <c:pt idx="6">
                  <c:v>15</c:v>
                </c:pt>
                <c:pt idx="7">
                  <c:v>2</c:v>
                </c:pt>
                <c:pt idx="8">
                  <c:v>8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2A-3D4C-95D1-DD587D49E3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Sheet1!$A$2:$A$11</c:f>
              <c:strCache>
                <c:ptCount val="10"/>
                <c:pt idx="0">
                  <c:v>SD</c:v>
                </c:pt>
                <c:pt idx="1">
                  <c:v>IJ</c:v>
                </c:pt>
                <c:pt idx="2">
                  <c:v>XO</c:v>
                </c:pt>
                <c:pt idx="3">
                  <c:v>YO</c:v>
                </c:pt>
                <c:pt idx="4">
                  <c:v>UO</c:v>
                </c:pt>
                <c:pt idx="5">
                  <c:v>PO</c:v>
                </c:pt>
                <c:pt idx="6">
                  <c:v>CO</c:v>
                </c:pt>
                <c:pt idx="7">
                  <c:v>HP</c:v>
                </c:pt>
                <c:pt idx="8">
                  <c:v>JK</c:v>
                </c:pt>
                <c:pt idx="9">
                  <c:v>LM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1-7A2A-3D4C-95D1-DD587D49E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1469056"/>
        <c:axId val="1781162976"/>
      </c:areaChart>
      <c:catAx>
        <c:axId val="1781469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1162976"/>
        <c:crosses val="autoZero"/>
        <c:auto val="1"/>
        <c:lblAlgn val="ctr"/>
        <c:lblOffset val="100"/>
        <c:noMultiLvlLbl val="0"/>
      </c:catAx>
      <c:valAx>
        <c:axId val="1781162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14690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LOREM</a:t>
            </a:r>
          </a:p>
        </c:rich>
      </c:tx>
      <c:layout>
        <c:manualLayout>
          <c:xMode val="edge"/>
          <c:yMode val="edge"/>
          <c:x val="2.682534001431639E-3"/>
          <c:y val="9.84839481827094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Sheet1!$A$2:$A$11</c:f>
              <c:strCache>
                <c:ptCount val="10"/>
                <c:pt idx="0">
                  <c:v>SD</c:v>
                </c:pt>
                <c:pt idx="1">
                  <c:v>IJ</c:v>
                </c:pt>
                <c:pt idx="2">
                  <c:v>XO</c:v>
                </c:pt>
                <c:pt idx="3">
                  <c:v>YO</c:v>
                </c:pt>
                <c:pt idx="4">
                  <c:v>UO</c:v>
                </c:pt>
                <c:pt idx="5">
                  <c:v>PO</c:v>
                </c:pt>
                <c:pt idx="6">
                  <c:v>CO</c:v>
                </c:pt>
                <c:pt idx="7">
                  <c:v>HP</c:v>
                </c:pt>
                <c:pt idx="8">
                  <c:v>JK</c:v>
                </c:pt>
                <c:pt idx="9">
                  <c:v>LM</c:v>
                </c:pt>
              </c:strCache>
            </c:strRef>
          </c:xVal>
          <c:yVal>
            <c:numRef>
              <c:f>Sheet1!$C$2:$C$11</c:f>
              <c:numCache>
                <c:formatCode>General</c:formatCode>
                <c:ptCount val="10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A2A-3D4C-95D1-DD587D49E388}"/>
            </c:ext>
          </c:extLst>
        </c:ser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38100">
                <a:solidFill>
                  <a:schemeClr val="bg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Sheet1!$A$2:$A$11</c:f>
              <c:strCache>
                <c:ptCount val="10"/>
                <c:pt idx="0">
                  <c:v>SD</c:v>
                </c:pt>
                <c:pt idx="1">
                  <c:v>IJ</c:v>
                </c:pt>
                <c:pt idx="2">
                  <c:v>XO</c:v>
                </c:pt>
                <c:pt idx="3">
                  <c:v>YO</c:v>
                </c:pt>
                <c:pt idx="4">
                  <c:v>UO</c:v>
                </c:pt>
                <c:pt idx="5">
                  <c:v>PO</c:v>
                </c:pt>
                <c:pt idx="6">
                  <c:v>CO</c:v>
                </c:pt>
                <c:pt idx="7">
                  <c:v>HP</c:v>
                </c:pt>
                <c:pt idx="8">
                  <c:v>JK</c:v>
                </c:pt>
                <c:pt idx="9">
                  <c:v>LM</c:v>
                </c:pt>
              </c:strCache>
            </c:str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14</c:v>
                </c:pt>
                <c:pt idx="2">
                  <c:v>27</c:v>
                </c:pt>
                <c:pt idx="3">
                  <c:v>32</c:v>
                </c:pt>
                <c:pt idx="4">
                  <c:v>28</c:v>
                </c:pt>
                <c:pt idx="5">
                  <c:v>30</c:v>
                </c:pt>
                <c:pt idx="6">
                  <c:v>43</c:v>
                </c:pt>
                <c:pt idx="7">
                  <c:v>40</c:v>
                </c:pt>
                <c:pt idx="8">
                  <c:v>45</c:v>
                </c:pt>
                <c:pt idx="9">
                  <c:v>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A2A-3D4C-95D1-DD587D49E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1469056"/>
        <c:axId val="1781162976"/>
      </c:scatterChart>
      <c:valAx>
        <c:axId val="1781469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1162976"/>
        <c:crosses val="autoZero"/>
        <c:crossBetween val="midCat"/>
      </c:valAx>
      <c:valAx>
        <c:axId val="17811629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14690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LOREM</a:t>
            </a:r>
          </a:p>
        </c:rich>
      </c:tx>
      <c:layout>
        <c:manualLayout>
          <c:xMode val="edge"/>
          <c:yMode val="edge"/>
          <c:x val="2.682534001431639E-3"/>
          <c:y val="9.84839481827094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14</c:v>
                </c:pt>
                <c:pt idx="2">
                  <c:v>27</c:v>
                </c:pt>
                <c:pt idx="3">
                  <c:v>32</c:v>
                </c:pt>
                <c:pt idx="4">
                  <c:v>28</c:v>
                </c:pt>
                <c:pt idx="5">
                  <c:v>30</c:v>
                </c:pt>
                <c:pt idx="6">
                  <c:v>43</c:v>
                </c:pt>
                <c:pt idx="7">
                  <c:v>40</c:v>
                </c:pt>
                <c:pt idx="8">
                  <c:v>45</c:v>
                </c:pt>
                <c:pt idx="9">
                  <c:v>46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10"/>
                      <c:pt idx="0">
                        <c:v>SD</c:v>
                      </c:pt>
                      <c:pt idx="1">
                        <c:v>IJ</c:v>
                      </c:pt>
                      <c:pt idx="2">
                        <c:v>XO</c:v>
                      </c:pt>
                      <c:pt idx="3">
                        <c:v>YO</c:v>
                      </c:pt>
                      <c:pt idx="4">
                        <c:v>UO</c:v>
                      </c:pt>
                      <c:pt idx="5">
                        <c:v>PO</c:v>
                      </c:pt>
                      <c:pt idx="6">
                        <c:v>CO</c:v>
                      </c:pt>
                      <c:pt idx="7">
                        <c:v>HP</c:v>
                      </c:pt>
                      <c:pt idx="8">
                        <c:v>JK</c:v>
                      </c:pt>
                      <c:pt idx="9">
                        <c:v>LM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7A2A-3D4C-95D1-DD587D49E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1469056"/>
        <c:axId val="1781162976"/>
      </c:barChart>
      <c:scatterChart>
        <c:scatterStyle val="line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Sheet1!$A$2:$A$11</c:f>
              <c:strCache>
                <c:ptCount val="10"/>
                <c:pt idx="0">
                  <c:v>SD</c:v>
                </c:pt>
                <c:pt idx="1">
                  <c:v>IJ</c:v>
                </c:pt>
                <c:pt idx="2">
                  <c:v>XO</c:v>
                </c:pt>
                <c:pt idx="3">
                  <c:v>YO</c:v>
                </c:pt>
                <c:pt idx="4">
                  <c:v>UO</c:v>
                </c:pt>
                <c:pt idx="5">
                  <c:v>PO</c:v>
                </c:pt>
                <c:pt idx="6">
                  <c:v>CO</c:v>
                </c:pt>
                <c:pt idx="7">
                  <c:v>HP</c:v>
                </c:pt>
                <c:pt idx="8">
                  <c:v>JK</c:v>
                </c:pt>
                <c:pt idx="9">
                  <c:v>LM</c:v>
                </c:pt>
              </c:strCache>
            </c:strRef>
          </c:xVal>
          <c:yVal>
            <c:numRef>
              <c:f>Sheet1!$C$2:$C$11</c:f>
              <c:numCache>
                <c:formatCode>General</c:formatCode>
                <c:ptCount val="10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A2A-3D4C-95D1-DD587D49E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1469056"/>
        <c:axId val="1781162976"/>
      </c:scatterChart>
      <c:catAx>
        <c:axId val="1781469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1162976"/>
        <c:crosses val="autoZero"/>
        <c:auto val="1"/>
        <c:lblAlgn val="ctr"/>
        <c:lblOffset val="100"/>
        <c:noMultiLvlLbl val="1"/>
      </c:catAx>
      <c:valAx>
        <c:axId val="17811629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146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LOREM</a:t>
            </a:r>
          </a:p>
        </c:rich>
      </c:tx>
      <c:layout>
        <c:manualLayout>
          <c:xMode val="edge"/>
          <c:yMode val="edge"/>
          <c:x val="2.682534001431639E-3"/>
          <c:y val="9.84839481827094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14</c:v>
                </c:pt>
                <c:pt idx="2">
                  <c:v>27</c:v>
                </c:pt>
                <c:pt idx="3">
                  <c:v>32</c:v>
                </c:pt>
                <c:pt idx="4">
                  <c:v>28</c:v>
                </c:pt>
                <c:pt idx="5">
                  <c:v>30</c:v>
                </c:pt>
                <c:pt idx="6">
                  <c:v>43</c:v>
                </c:pt>
                <c:pt idx="7">
                  <c:v>40</c:v>
                </c:pt>
                <c:pt idx="8">
                  <c:v>45</c:v>
                </c:pt>
                <c:pt idx="9">
                  <c:v>46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Sheet1!$A$2:$A$11</c15:sqref>
                        </c15:formulaRef>
                      </c:ext>
                    </c:extLst>
                    <c:strCache>
                      <c:ptCount val="10"/>
                      <c:pt idx="0">
                        <c:v>SD</c:v>
                      </c:pt>
                      <c:pt idx="1">
                        <c:v>IJ</c:v>
                      </c:pt>
                      <c:pt idx="2">
                        <c:v>XO</c:v>
                      </c:pt>
                      <c:pt idx="3">
                        <c:v>YO</c:v>
                      </c:pt>
                      <c:pt idx="4">
                        <c:v>UO</c:v>
                      </c:pt>
                      <c:pt idx="5">
                        <c:v>PO</c:v>
                      </c:pt>
                      <c:pt idx="6">
                        <c:v>CO</c:v>
                      </c:pt>
                      <c:pt idx="7">
                        <c:v>HP</c:v>
                      </c:pt>
                      <c:pt idx="8">
                        <c:v>JK</c:v>
                      </c:pt>
                      <c:pt idx="9">
                        <c:v>LM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4838-F546-A013-6A8C6B6FC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1469056"/>
        <c:axId val="1781162976"/>
      </c:barChart>
      <c:scatterChart>
        <c:scatterStyle val="lineMarker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Sheet1!$A$2:$A$11</c:f>
              <c:strCache>
                <c:ptCount val="10"/>
                <c:pt idx="0">
                  <c:v>SD</c:v>
                </c:pt>
                <c:pt idx="1">
                  <c:v>IJ</c:v>
                </c:pt>
                <c:pt idx="2">
                  <c:v>XO</c:v>
                </c:pt>
                <c:pt idx="3">
                  <c:v>YO</c:v>
                </c:pt>
                <c:pt idx="4">
                  <c:v>UO</c:v>
                </c:pt>
                <c:pt idx="5">
                  <c:v>PO</c:v>
                </c:pt>
                <c:pt idx="6">
                  <c:v>CO</c:v>
                </c:pt>
                <c:pt idx="7">
                  <c:v>HP</c:v>
                </c:pt>
                <c:pt idx="8">
                  <c:v>JK</c:v>
                </c:pt>
                <c:pt idx="9">
                  <c:v>LM</c:v>
                </c:pt>
              </c:strCache>
            </c:strRef>
          </c:xVal>
          <c:yVal>
            <c:numRef>
              <c:f>Sheet1!$C$2:$C$11</c:f>
              <c:numCache>
                <c:formatCode>General</c:formatCode>
                <c:ptCount val="10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838-F546-A013-6A8C6B6FC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1469056"/>
        <c:axId val="1781162976"/>
      </c:scatterChart>
      <c:catAx>
        <c:axId val="1781469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1162976"/>
        <c:crosses val="autoZero"/>
        <c:auto val="1"/>
        <c:lblAlgn val="ctr"/>
        <c:lblOffset val="100"/>
        <c:noMultiLvlLbl val="1"/>
      </c:catAx>
      <c:valAx>
        <c:axId val="17811629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146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Amina" pitchFamily="2" charset="77"/>
                <a:ea typeface="+mn-ea"/>
                <a:cs typeface="+mn-cs"/>
              </a:defRPr>
            </a:pPr>
            <a:r>
              <a:rPr lang="en-US" dirty="0"/>
              <a:t>SALES</a:t>
            </a:r>
          </a:p>
        </c:rich>
      </c:tx>
      <c:layout>
        <c:manualLayout>
          <c:xMode val="edge"/>
          <c:yMode val="edge"/>
          <c:x val="3.5819389763779514E-3"/>
          <c:y val="2.343749855822474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Amina" pitchFamily="2" charset="77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524-344F-AC41-329C179AAEB8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524-344F-AC41-329C179AAE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524-344F-AC41-329C179AAE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tx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524-344F-AC41-329C179AAEB8}"/>
              </c:ext>
            </c:extLst>
          </c:dPt>
          <c:dLbls>
            <c:dLbl>
              <c:idx val="0"/>
              <c:layout>
                <c:manualLayout>
                  <c:x val="0.12872438534843728"/>
                  <c:y val="-2.209381136686582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24-344F-AC41-329C179AAEB8}"/>
                </c:ext>
              </c:extLst>
            </c:dLbl>
            <c:dLbl>
              <c:idx val="1"/>
              <c:layout>
                <c:manualLayout>
                  <c:x val="-0.14501861134191035"/>
                  <c:y val="2.20938113668650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24-344F-AC41-329C179AAEB8}"/>
                </c:ext>
              </c:extLst>
            </c:dLbl>
            <c:dLbl>
              <c:idx val="2"/>
              <c:layout>
                <c:manualLayout>
                  <c:x val="-0.11894784975235345"/>
                  <c:y val="-7.07001963739706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524-344F-AC41-329C179AAEB8}"/>
                </c:ext>
              </c:extLst>
            </c:dLbl>
            <c:dLbl>
              <c:idx val="3"/>
              <c:layout>
                <c:manualLayout>
                  <c:x val="-3.0959029387598837E-2"/>
                  <c:y val="-0.1325628682011949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524-344F-AC41-329C179AAEB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Amina Medium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chemeClr val="bg1"/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524-344F-AC41-329C179AA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Amina Medium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981E7A-687E-E2EE-E001-09AA34A7A5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D04CD-F717-83A2-CBDA-DB1778490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14ADC-5D78-4A40-BDE5-E118B10A38DD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51F750-AB05-F221-76C0-C4EB6BCAA8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81448-005E-DA28-A7A9-2578FAADC2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B5E15-4A22-4D4A-BCD6-4A71FF25D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40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34B1B-974C-9D43-9F1D-CF0BE698CFDC}" type="datetimeFigureOut">
              <a:t>11/13/2025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8D0F5-3183-F345-9027-2A2CFA28F82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446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8D0F5-3183-F345-9027-2A2CFA28F82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99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8D0F5-3183-F345-9027-2A2CFA28F82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944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8D0F5-3183-F345-9027-2A2CFA28F829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258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8D0F5-3183-F345-9027-2A2CFA28F829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249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8D0F5-3183-F345-9027-2A2CFA28F829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717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8D0F5-3183-F345-9027-2A2CFA28F829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91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8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9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png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sv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8.sv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3AFAC-6E8B-D06D-ACF3-063435700B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pic>
        <p:nvPicPr>
          <p:cNvPr id="7" name="Picture 6" descr="Graphical user interface, text, website&#10;&#10;Description automatically generated">
            <a:extLst>
              <a:ext uri="{FF2B5EF4-FFF2-40B4-BE49-F238E27FC236}">
                <a16:creationId xmlns:a16="http://schemas.microsoft.com/office/drawing/2014/main" id="{C24726D5-8440-1F5E-ED8C-157A6CEB4B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50" y="31532"/>
            <a:ext cx="11874360" cy="6980454"/>
          </a:xfrm>
          <a:prstGeom prst="rect">
            <a:avLst/>
          </a:prstGeom>
        </p:spPr>
      </p:pic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A84DC135-AFDF-33AD-D3CE-8E8D03B1C9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393" y="2788987"/>
            <a:ext cx="2191657" cy="6278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C291C0-48F6-A2B2-0103-E470B22A21D7}"/>
              </a:ext>
            </a:extLst>
          </p:cNvPr>
          <p:cNvSpPr/>
          <p:nvPr userDrawn="1"/>
        </p:nvSpPr>
        <p:spPr>
          <a:xfrm>
            <a:off x="9366068" y="2690949"/>
            <a:ext cx="2571029" cy="10189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7140F7-4724-427D-9451-C5A6DDB5A86F}"/>
              </a:ext>
            </a:extLst>
          </p:cNvPr>
          <p:cNvGrpSpPr/>
          <p:nvPr userDrawn="1"/>
        </p:nvGrpSpPr>
        <p:grpSpPr>
          <a:xfrm>
            <a:off x="9559710" y="2781036"/>
            <a:ext cx="2017388" cy="635769"/>
            <a:chOff x="0" y="7040639"/>
            <a:chExt cx="3192909" cy="1006228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62DB936-5BB3-2966-31AE-A8E8AC985CB6}"/>
                </a:ext>
              </a:extLst>
            </p:cNvPr>
            <p:cNvSpPr/>
            <p:nvPr userDrawn="1"/>
          </p:nvSpPr>
          <p:spPr>
            <a:xfrm>
              <a:off x="368157" y="7040639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65F25F5-D284-7F71-3A6A-9A6D3CC5868A}"/>
                </a:ext>
              </a:extLst>
            </p:cNvPr>
            <p:cNvGrpSpPr/>
            <p:nvPr userDrawn="1"/>
          </p:nvGrpSpPr>
          <p:grpSpPr>
            <a:xfrm>
              <a:off x="1110094" y="7040639"/>
              <a:ext cx="288000" cy="1006228"/>
              <a:chOff x="736314" y="7040639"/>
              <a:chExt cx="288000" cy="1006228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E7F7EEB-62D2-29E6-FF59-6F7F8119AC16}"/>
                  </a:ext>
                </a:extLst>
              </p:cNvPr>
              <p:cNvSpPr/>
              <p:nvPr userDrawn="1"/>
            </p:nvSpPr>
            <p:spPr>
              <a:xfrm>
                <a:off x="736314" y="7040639"/>
                <a:ext cx="288000" cy="28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7F81344-57CC-C0D2-7076-D1F211FD71E9}"/>
                  </a:ext>
                </a:extLst>
              </p:cNvPr>
              <p:cNvSpPr/>
              <p:nvPr userDrawn="1"/>
            </p:nvSpPr>
            <p:spPr>
              <a:xfrm>
                <a:off x="736314" y="7401528"/>
                <a:ext cx="288000" cy="288000"/>
              </a:xfrm>
              <a:prstGeom prst="ellipse">
                <a:avLst/>
              </a:prstGeom>
              <a:solidFill>
                <a:srgbClr val="B9EE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343C073-ECD3-22A8-BABA-CA8FDACB03A3}"/>
                  </a:ext>
                </a:extLst>
              </p:cNvPr>
              <p:cNvSpPr/>
              <p:nvPr userDrawn="1"/>
            </p:nvSpPr>
            <p:spPr>
              <a:xfrm>
                <a:off x="736314" y="7758867"/>
                <a:ext cx="288000" cy="288000"/>
              </a:xfrm>
              <a:prstGeom prst="ellipse">
                <a:avLst/>
              </a:prstGeom>
              <a:solidFill>
                <a:srgbClr val="01684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BC728AE-1A87-83D5-F356-0D74EC617106}"/>
                </a:ext>
              </a:extLst>
            </p:cNvPr>
            <p:cNvSpPr/>
            <p:nvPr userDrawn="1"/>
          </p:nvSpPr>
          <p:spPr>
            <a:xfrm>
              <a:off x="744166" y="7040639"/>
              <a:ext cx="288000" cy="288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4DCC398-482E-818C-338C-34DEDF376C89}"/>
                </a:ext>
              </a:extLst>
            </p:cNvPr>
            <p:cNvSpPr/>
            <p:nvPr userDrawn="1"/>
          </p:nvSpPr>
          <p:spPr>
            <a:xfrm>
              <a:off x="744166" y="7401528"/>
              <a:ext cx="288000" cy="288000"/>
            </a:xfrm>
            <a:prstGeom prst="ellipse">
              <a:avLst/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5FCBB7D-B058-9FBE-3458-437226B3A073}"/>
                </a:ext>
              </a:extLst>
            </p:cNvPr>
            <p:cNvSpPr/>
            <p:nvPr userDrawn="1"/>
          </p:nvSpPr>
          <p:spPr>
            <a:xfrm>
              <a:off x="0" y="7040639"/>
              <a:ext cx="288000" cy="28800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8324156-A7E8-0187-860A-48C5E418D803}"/>
                </a:ext>
              </a:extLst>
            </p:cNvPr>
            <p:cNvGrpSpPr/>
            <p:nvPr userDrawn="1"/>
          </p:nvGrpSpPr>
          <p:grpSpPr>
            <a:xfrm>
              <a:off x="2556814" y="7040639"/>
              <a:ext cx="290276" cy="1006228"/>
              <a:chOff x="1470352" y="7040639"/>
              <a:chExt cx="290276" cy="1006228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A97877F-283C-556F-5CE4-2A5D2CC0D6A5}"/>
                  </a:ext>
                </a:extLst>
              </p:cNvPr>
              <p:cNvSpPr/>
              <p:nvPr userDrawn="1"/>
            </p:nvSpPr>
            <p:spPr>
              <a:xfrm>
                <a:off x="1472628" y="7040639"/>
                <a:ext cx="288000" cy="288000"/>
              </a:xfrm>
              <a:prstGeom prst="ellipse">
                <a:avLst/>
              </a:prstGeom>
              <a:solidFill>
                <a:srgbClr val="CCC3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B9EFBA3-7DE6-1982-0627-5437169C4EAF}"/>
                  </a:ext>
                </a:extLst>
              </p:cNvPr>
              <p:cNvSpPr/>
              <p:nvPr userDrawn="1"/>
            </p:nvSpPr>
            <p:spPr>
              <a:xfrm>
                <a:off x="1470352" y="7401528"/>
                <a:ext cx="288000" cy="288000"/>
              </a:xfrm>
              <a:prstGeom prst="ellipse">
                <a:avLst/>
              </a:prstGeom>
              <a:solidFill>
                <a:srgbClr val="E1DE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8EF51B8-D788-5FA6-E5A3-01679A9032AE}"/>
                  </a:ext>
                </a:extLst>
              </p:cNvPr>
              <p:cNvSpPr/>
              <p:nvPr userDrawn="1"/>
            </p:nvSpPr>
            <p:spPr>
              <a:xfrm>
                <a:off x="1470352" y="7758867"/>
                <a:ext cx="288000" cy="288000"/>
              </a:xfrm>
              <a:prstGeom prst="ellipse">
                <a:avLst/>
              </a:prstGeom>
              <a:solidFill>
                <a:srgbClr val="7569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8A29C0F-FFFD-E1BF-2937-49CFC6F9A22F}"/>
                </a:ext>
              </a:extLst>
            </p:cNvPr>
            <p:cNvGrpSpPr/>
            <p:nvPr userDrawn="1"/>
          </p:nvGrpSpPr>
          <p:grpSpPr>
            <a:xfrm>
              <a:off x="2210947" y="7040639"/>
              <a:ext cx="292505" cy="1006228"/>
              <a:chOff x="1478623" y="7040639"/>
              <a:chExt cx="292505" cy="1006228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B378251-5CCD-80BC-F731-C0FE4BBA5139}"/>
                  </a:ext>
                </a:extLst>
              </p:cNvPr>
              <p:cNvSpPr/>
              <p:nvPr userDrawn="1"/>
            </p:nvSpPr>
            <p:spPr>
              <a:xfrm>
                <a:off x="1483128" y="7040639"/>
                <a:ext cx="288000" cy="288000"/>
              </a:xfrm>
              <a:prstGeom prst="ellipse">
                <a:avLst/>
              </a:prstGeom>
              <a:solidFill>
                <a:srgbClr val="C0C8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92F7EAA-1F4A-860A-41E7-1C8C006F5923}"/>
                  </a:ext>
                </a:extLst>
              </p:cNvPr>
              <p:cNvSpPr/>
              <p:nvPr userDrawn="1"/>
            </p:nvSpPr>
            <p:spPr>
              <a:xfrm>
                <a:off x="1478623" y="7401528"/>
                <a:ext cx="288000" cy="288000"/>
              </a:xfrm>
              <a:prstGeom prst="ellipse">
                <a:avLst/>
              </a:prstGeom>
              <a:solidFill>
                <a:srgbClr val="DADD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606707C-5C38-ADBA-195D-2E629361F6C2}"/>
                  </a:ext>
                </a:extLst>
              </p:cNvPr>
              <p:cNvSpPr/>
              <p:nvPr userDrawn="1"/>
            </p:nvSpPr>
            <p:spPr>
              <a:xfrm>
                <a:off x="1478623" y="7758867"/>
                <a:ext cx="288000" cy="288000"/>
              </a:xfrm>
              <a:prstGeom prst="ellipse">
                <a:avLst/>
              </a:prstGeom>
              <a:solidFill>
                <a:srgbClr val="6175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33F98D8-26FC-D1A2-E2E0-BE90A5BA558D}"/>
                </a:ext>
              </a:extLst>
            </p:cNvPr>
            <p:cNvGrpSpPr/>
            <p:nvPr userDrawn="1"/>
          </p:nvGrpSpPr>
          <p:grpSpPr>
            <a:xfrm>
              <a:off x="1470352" y="7040639"/>
              <a:ext cx="288047" cy="1006228"/>
              <a:chOff x="2208895" y="7040639"/>
              <a:chExt cx="288047" cy="1006228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351DB09-DDA6-B4D5-D646-7D470C4CF17D}"/>
                  </a:ext>
                </a:extLst>
              </p:cNvPr>
              <p:cNvSpPr/>
              <p:nvPr userDrawn="1"/>
            </p:nvSpPr>
            <p:spPr>
              <a:xfrm>
                <a:off x="2208942" y="7040639"/>
                <a:ext cx="288000" cy="288000"/>
              </a:xfrm>
              <a:prstGeom prst="ellipse">
                <a:avLst/>
              </a:prstGeom>
              <a:solidFill>
                <a:srgbClr val="EF3F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90C75F0-BD1A-0FB4-C6AC-F8DF65C60E9A}"/>
                  </a:ext>
                </a:extLst>
              </p:cNvPr>
              <p:cNvSpPr/>
              <p:nvPr userDrawn="1"/>
            </p:nvSpPr>
            <p:spPr>
              <a:xfrm>
                <a:off x="2208895" y="7401528"/>
                <a:ext cx="288000" cy="288000"/>
              </a:xfrm>
              <a:prstGeom prst="ellipse">
                <a:avLst/>
              </a:prstGeom>
              <a:solidFill>
                <a:srgbClr val="EE95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14B31C6-CE67-97F5-0C57-CD220A3FF4E8}"/>
                  </a:ext>
                </a:extLst>
              </p:cNvPr>
              <p:cNvSpPr/>
              <p:nvPr userDrawn="1"/>
            </p:nvSpPr>
            <p:spPr>
              <a:xfrm>
                <a:off x="2208895" y="7758867"/>
                <a:ext cx="288000" cy="288000"/>
              </a:xfrm>
              <a:prstGeom prst="ellipse">
                <a:avLst/>
              </a:prstGeom>
              <a:solidFill>
                <a:srgbClr val="771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54A4218-F3C0-5CAE-9252-067FC61ADFAC}"/>
                </a:ext>
              </a:extLst>
            </p:cNvPr>
            <p:cNvGrpSpPr/>
            <p:nvPr userDrawn="1"/>
          </p:nvGrpSpPr>
          <p:grpSpPr>
            <a:xfrm>
              <a:off x="2900452" y="7040639"/>
              <a:ext cx="292457" cy="1006228"/>
              <a:chOff x="2925195" y="7040639"/>
              <a:chExt cx="292457" cy="1006228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C3D856F-6525-756F-8295-7B7882F35083}"/>
                  </a:ext>
                </a:extLst>
              </p:cNvPr>
              <p:cNvSpPr/>
              <p:nvPr userDrawn="1"/>
            </p:nvSpPr>
            <p:spPr>
              <a:xfrm>
                <a:off x="2929652" y="7040639"/>
                <a:ext cx="288000" cy="288000"/>
              </a:xfrm>
              <a:prstGeom prst="ellipse">
                <a:avLst/>
              </a:prstGeom>
              <a:solidFill>
                <a:srgbClr val="F095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55543FB-E943-AF98-94CF-520A3CAD7C72}"/>
                  </a:ext>
                </a:extLst>
              </p:cNvPr>
              <p:cNvSpPr/>
              <p:nvPr userDrawn="1"/>
            </p:nvSpPr>
            <p:spPr>
              <a:xfrm>
                <a:off x="2925195" y="7401528"/>
                <a:ext cx="288000" cy="288000"/>
              </a:xfrm>
              <a:prstGeom prst="ellipse">
                <a:avLst/>
              </a:prstGeom>
              <a:solidFill>
                <a:srgbClr val="F0C2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F8992BA-6850-D9F1-F3A7-8CA70E96937E}"/>
                  </a:ext>
                </a:extLst>
              </p:cNvPr>
              <p:cNvSpPr/>
              <p:nvPr userDrawn="1"/>
            </p:nvSpPr>
            <p:spPr>
              <a:xfrm>
                <a:off x="2925195" y="7758867"/>
                <a:ext cx="288000" cy="288000"/>
              </a:xfrm>
              <a:prstGeom prst="ellipse">
                <a:avLst/>
              </a:prstGeom>
              <a:solidFill>
                <a:srgbClr val="774D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EB462AE-CEAE-3BA4-6C35-BD329EC38E90}"/>
                </a:ext>
              </a:extLst>
            </p:cNvPr>
            <p:cNvGrpSpPr/>
            <p:nvPr userDrawn="1"/>
          </p:nvGrpSpPr>
          <p:grpSpPr>
            <a:xfrm>
              <a:off x="1838509" y="7040639"/>
              <a:ext cx="288000" cy="1006228"/>
              <a:chOff x="2577052" y="7040639"/>
              <a:chExt cx="288000" cy="1006228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B013BAB-5A94-AD08-A150-C07073763744}"/>
                  </a:ext>
                </a:extLst>
              </p:cNvPr>
              <p:cNvSpPr/>
              <p:nvPr userDrawn="1"/>
            </p:nvSpPr>
            <p:spPr>
              <a:xfrm>
                <a:off x="2577052" y="7040639"/>
                <a:ext cx="288000" cy="288000"/>
              </a:xfrm>
              <a:prstGeom prst="ellipse">
                <a:avLst/>
              </a:prstGeom>
              <a:solidFill>
                <a:srgbClr val="00B3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9981893-C3DE-AFBE-7535-8836FE170D1D}"/>
                  </a:ext>
                </a:extLst>
              </p:cNvPr>
              <p:cNvSpPr/>
              <p:nvPr userDrawn="1"/>
            </p:nvSpPr>
            <p:spPr>
              <a:xfrm>
                <a:off x="2577052" y="7401528"/>
                <a:ext cx="288000" cy="288000"/>
              </a:xfrm>
              <a:prstGeom prst="ellipse">
                <a:avLst/>
              </a:prstGeom>
              <a:solidFill>
                <a:srgbClr val="77D7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B821C3A-C59F-C8E0-61EE-0D415CBD35B2}"/>
                  </a:ext>
                </a:extLst>
              </p:cNvPr>
              <p:cNvSpPr/>
              <p:nvPr userDrawn="1"/>
            </p:nvSpPr>
            <p:spPr>
              <a:xfrm>
                <a:off x="2577052" y="7758867"/>
                <a:ext cx="288000" cy="288000"/>
              </a:xfrm>
              <a:prstGeom prst="ellipse">
                <a:avLst/>
              </a:prstGeom>
              <a:solidFill>
                <a:srgbClr val="064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6213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C602B89-C199-9001-8E1F-CC93A49928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401" y="254378"/>
            <a:ext cx="3519311" cy="26343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</p:spTree>
    <p:extLst>
      <p:ext uri="{BB962C8B-B14F-4D97-AF65-F5344CB8AC3E}">
        <p14:creationId xmlns:p14="http://schemas.microsoft.com/office/powerpoint/2010/main" val="3055009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3D8CFD45-20BF-A008-4E34-9378DCD6CA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1936750"/>
            <a:ext cx="76327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18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D49142A-1E96-AB45-3D39-EDFCA8197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1936750"/>
            <a:ext cx="51689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6500B-84B6-31B0-A4F6-A0D8572D89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88001" y="1575261"/>
            <a:ext cx="5168899" cy="144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0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55C800-6A05-F854-A78A-BA73FFC282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88000" y="1575937"/>
            <a:ext cx="5168896" cy="144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67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7059CEAA-BA19-6769-26B4-60F8ECD9BF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53" y="993717"/>
            <a:ext cx="5888747" cy="18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49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1156F0F5-1086-2C49-3A01-C4C02E892E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76" y="1001600"/>
            <a:ext cx="5092334" cy="188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64917F1-64B4-7D34-2D03-20157CEEF6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7" y="1000982"/>
            <a:ext cx="5159703" cy="188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54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8FEE91-8745-252C-F6A2-C332BE5AB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8000" y="999972"/>
            <a:ext cx="4026364" cy="1881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</p:spTree>
    <p:extLst>
      <p:ext uri="{BB962C8B-B14F-4D97-AF65-F5344CB8AC3E}">
        <p14:creationId xmlns:p14="http://schemas.microsoft.com/office/powerpoint/2010/main" val="1092436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FC692428-BFE1-834E-99D6-871BA6FE20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34" y="999972"/>
            <a:ext cx="2463083" cy="188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95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5" name="Picture 4" descr="Logo&#10;&#10;Description automatically generated with medium confidence">
            <a:extLst>
              <a:ext uri="{FF2B5EF4-FFF2-40B4-BE49-F238E27FC236}">
                <a16:creationId xmlns:a16="http://schemas.microsoft.com/office/drawing/2014/main" id="{DDD470DD-BC48-943E-1F88-C2F208A726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90" y="819807"/>
            <a:ext cx="3724109" cy="20615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D39151-257D-58A5-D69D-D036FD568FD1}"/>
              </a:ext>
            </a:extLst>
          </p:cNvPr>
          <p:cNvSpPr/>
          <p:nvPr userDrawn="1"/>
        </p:nvSpPr>
        <p:spPr>
          <a:xfrm>
            <a:off x="0" y="-1088472"/>
            <a:ext cx="3536152" cy="8490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0" rIns="0" bIns="0"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</a:rPr>
              <a:t>No V. logo on thank you page. Use alternative thank you page for GMT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and Oceanic</a:t>
            </a:r>
          </a:p>
        </p:txBody>
      </p:sp>
    </p:spTree>
    <p:extLst>
      <p:ext uri="{BB962C8B-B14F-4D97-AF65-F5344CB8AC3E}">
        <p14:creationId xmlns:p14="http://schemas.microsoft.com/office/powerpoint/2010/main" val="212835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FBCE4B-8DEF-08D7-DEA0-B8EDD0B62662}"/>
              </a:ext>
            </a:extLst>
          </p:cNvPr>
          <p:cNvSpPr/>
          <p:nvPr userDrawn="1"/>
        </p:nvSpPr>
        <p:spPr>
          <a:xfrm>
            <a:off x="0" y="-1088472"/>
            <a:ext cx="3536152" cy="8490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0" rIns="0" bIns="0" rtlCol="0" anchor="ctr"/>
          <a:lstStyle/>
          <a:p>
            <a:pPr algn="l"/>
            <a:r>
              <a:rPr lang="en-US" sz="1400" dirty="0">
                <a:solidFill>
                  <a:schemeClr val="tx1"/>
                </a:solidFill>
              </a:rPr>
              <a:t>No V. logo on thank you page. Use alternative thank you page for GMT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and Oceanic</a:t>
            </a: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527801E1-B53D-E9BD-09DC-E8ACD54B64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91" y="1767370"/>
            <a:ext cx="6460468" cy="111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31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2454FADC-E997-BAB6-6FF7-654EEEBDF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847" y="225188"/>
            <a:ext cx="7772400" cy="6653893"/>
          </a:xfrm>
          <a:prstGeom prst="rect">
            <a:avLst/>
          </a:prstGeom>
        </p:spPr>
      </p:pic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82EA4B1-C3DD-8E4B-7D19-A60FCBC9E8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52437" y="8"/>
            <a:ext cx="1638300" cy="1079993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AA1EB7C4-E8DD-BCF1-FA19-F01C9B0117A5}"/>
              </a:ext>
            </a:extLst>
          </p:cNvPr>
          <p:cNvSpPr/>
          <p:nvPr/>
        </p:nvSpPr>
        <p:spPr>
          <a:xfrm>
            <a:off x="3177579" y="0"/>
            <a:ext cx="9014362" cy="6857615"/>
          </a:xfrm>
          <a:custGeom>
            <a:avLst/>
            <a:gdLst/>
            <a:ahLst/>
            <a:cxnLst/>
            <a:rect l="l" t="t" r="r" b="b"/>
            <a:pathLst>
              <a:path w="14865350" h="11308715">
                <a:moveTo>
                  <a:pt x="214653" y="4524469"/>
                </a:moveTo>
                <a:lnTo>
                  <a:pt x="14864741" y="4524469"/>
                </a:lnTo>
              </a:path>
              <a:path w="14865350" h="11308715">
                <a:moveTo>
                  <a:pt x="214653" y="6784086"/>
                </a:moveTo>
                <a:lnTo>
                  <a:pt x="14864741" y="6784086"/>
                </a:lnTo>
              </a:path>
              <a:path w="14865350" h="11308715">
                <a:moveTo>
                  <a:pt x="214653" y="9043703"/>
                </a:moveTo>
                <a:lnTo>
                  <a:pt x="14864741" y="9043703"/>
                </a:lnTo>
              </a:path>
              <a:path w="14865350" h="11308715">
                <a:moveTo>
                  <a:pt x="214653" y="2264852"/>
                </a:moveTo>
                <a:lnTo>
                  <a:pt x="14864741" y="2264852"/>
                </a:lnTo>
              </a:path>
              <a:path w="14865350" h="11308715">
                <a:moveTo>
                  <a:pt x="0" y="9258356"/>
                </a:moveTo>
                <a:lnTo>
                  <a:pt x="0" y="11308556"/>
                </a:lnTo>
              </a:path>
              <a:path w="14865350" h="11308715">
                <a:moveTo>
                  <a:pt x="0" y="6993504"/>
                </a:moveTo>
                <a:lnTo>
                  <a:pt x="0" y="8839521"/>
                </a:lnTo>
              </a:path>
              <a:path w="14865350" h="11308715">
                <a:moveTo>
                  <a:pt x="0" y="4733887"/>
                </a:moveTo>
                <a:lnTo>
                  <a:pt x="0" y="6574668"/>
                </a:lnTo>
              </a:path>
              <a:path w="14865350" h="11308715">
                <a:moveTo>
                  <a:pt x="0" y="2479505"/>
                </a:moveTo>
                <a:lnTo>
                  <a:pt x="0" y="4315051"/>
                </a:lnTo>
              </a:path>
              <a:path w="14865350" h="11308715">
                <a:moveTo>
                  <a:pt x="0" y="0"/>
                </a:moveTo>
                <a:lnTo>
                  <a:pt x="0" y="2060670"/>
                </a:lnTo>
              </a:path>
            </a:pathLst>
          </a:custGeom>
          <a:ln w="10470">
            <a:solidFill>
              <a:srgbClr val="CDD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C87406-757F-CED9-32EB-0EE6B4CDB1F4}"/>
              </a:ext>
            </a:extLst>
          </p:cNvPr>
          <p:cNvCxnSpPr/>
          <p:nvPr userDrawn="1"/>
        </p:nvCxnSpPr>
        <p:spPr>
          <a:xfrm flipV="1">
            <a:off x="3177579" y="2872033"/>
            <a:ext cx="0" cy="1080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5B034934-AEB8-EC27-E249-4BBFD1222F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6536" y="1"/>
            <a:ext cx="1935035" cy="1111662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6C7BBCD-E0E7-6ED9-B87A-E77AC1136110}"/>
              </a:ext>
            </a:extLst>
          </p:cNvPr>
          <p:cNvCxnSpPr/>
          <p:nvPr userDrawn="1"/>
        </p:nvCxnSpPr>
        <p:spPr>
          <a:xfrm flipV="1">
            <a:off x="3177579" y="5622878"/>
            <a:ext cx="0" cy="124959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2DB56222-4432-66D1-16F7-5EF781CAD5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D1A70D7C-1CE5-7E48-1E1D-FE169AAF33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2437" y="1378431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FFE6E3B-26F8-B56C-4240-FE4A88A89B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26536" y="1378423"/>
            <a:ext cx="1935035" cy="112593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6774B8DE-B166-6E26-8485-2FAC54973A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437" y="2761224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C38162C9-9458-0008-CB1D-49B2028A58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26536" y="2761217"/>
            <a:ext cx="1935035" cy="112156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9AFCF29-0F9B-CC3A-BBD1-1ECCFFF4EB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52437" y="4139647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19DECAB-C82D-E6FF-D628-36084A88B1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6536" y="4139639"/>
            <a:ext cx="1935035" cy="1121565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BC97A69-7FE3-FAE3-0076-8B15A49F3F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52437" y="5496159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3A684512-8313-8AF4-2ABA-3DA13EFA1A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26536" y="5496151"/>
            <a:ext cx="1935035" cy="114347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C25BD5D-61E5-BF7A-3507-448A7CA193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27952" y="6827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471C436-0DB4-2AE3-2EA6-16112B0BED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02052" y="6819"/>
            <a:ext cx="1935046" cy="111166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0A7A234E-1457-4055-CA59-646B4E0575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27952" y="1378424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705EC96D-7F7C-467D-42E1-EE46FAC581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02052" y="1378416"/>
            <a:ext cx="1935046" cy="112594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FA303CF4-0419-21D2-B16D-AA3F6EED09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27952" y="2761217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6828CFA6-536A-C2CA-5502-67B17D93F4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02052" y="2761209"/>
            <a:ext cx="1935046" cy="1121569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02F8B299-C7C6-C67A-9CB7-8333D36B075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27952" y="4121624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C9096788-D4AE-E5B2-7966-AF7A36E3A8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02052" y="4121616"/>
            <a:ext cx="1935046" cy="113958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CB7F52AA-0E60-31C6-F0E6-CF04B68713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92990" y="244162"/>
            <a:ext cx="1618201" cy="3914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 sz="1200" b="0" i="0">
                <a:latin typeface="Amina Medium" pitchFamily="2" charset="77"/>
              </a:defRPr>
            </a:lvl2pPr>
            <a:lvl3pPr marL="0" indent="0">
              <a:buNone/>
              <a:defRPr sz="1200" b="0" i="0">
                <a:latin typeface="Amina Medium" pitchFamily="2" charset="77"/>
              </a:defRPr>
            </a:lvl3pPr>
            <a:lvl4pPr marL="0" indent="0">
              <a:buNone/>
              <a:defRPr sz="1200" b="0" i="0">
                <a:latin typeface="Amina Medium" pitchFamily="2" charset="77"/>
              </a:defRPr>
            </a:lvl4pPr>
            <a:lvl5pPr marL="0" indent="0">
              <a:buNone/>
              <a:defRPr sz="1200" b="0" i="0">
                <a:latin typeface="Amina Medium" pitchFamily="2" charset="77"/>
              </a:defRPr>
            </a:lvl5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28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6A74D0-490E-F621-8409-62B377761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1769227"/>
            <a:ext cx="4166172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bg1"/>
                </a:solidFill>
              </a:defRPr>
            </a:lvl1pPr>
          </a:lstStyle>
          <a:p>
            <a:r>
              <a:rPr lang="en-US"/>
              <a:t>00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06529" y="5232469"/>
            <a:ext cx="576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cap="all" baseline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000954-EE9B-CE47-739B-DDA68B3030E1}"/>
              </a:ext>
            </a:extLst>
          </p:cNvPr>
          <p:cNvCxnSpPr/>
          <p:nvPr userDrawn="1"/>
        </p:nvCxnSpPr>
        <p:spPr>
          <a:xfrm flipV="1">
            <a:off x="4635799" y="-1"/>
            <a:ext cx="0" cy="4889165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F3718-06E9-9FA7-0F83-407013DEC1D9}"/>
              </a:ext>
            </a:extLst>
          </p:cNvPr>
          <p:cNvCxnSpPr>
            <a:cxnSpLocks/>
          </p:cNvCxnSpPr>
          <p:nvPr userDrawn="1"/>
        </p:nvCxnSpPr>
        <p:spPr>
          <a:xfrm flipV="1">
            <a:off x="4635799" y="5143139"/>
            <a:ext cx="0" cy="171486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8AC5B-2950-4E7B-773C-7BEDAC37D2E1}"/>
              </a:ext>
            </a:extLst>
          </p:cNvPr>
          <p:cNvCxnSpPr>
            <a:cxnSpLocks/>
          </p:cNvCxnSpPr>
          <p:nvPr userDrawn="1"/>
        </p:nvCxnSpPr>
        <p:spPr>
          <a:xfrm>
            <a:off x="4762594" y="5012973"/>
            <a:ext cx="742940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BB4002-017F-1088-1FCD-8DDB6F917200}"/>
              </a:ext>
            </a:extLst>
          </p:cNvPr>
          <p:cNvCxnSpPr>
            <a:cxnSpLocks/>
          </p:cNvCxnSpPr>
          <p:nvPr userDrawn="1"/>
        </p:nvCxnSpPr>
        <p:spPr>
          <a:xfrm>
            <a:off x="0" y="5012973"/>
            <a:ext cx="44893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8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FCE4D3E-B173-4450-7621-697EC87F3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89"/>
            <a:ext cx="6972618" cy="6856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2394" y="209770"/>
            <a:ext cx="4500592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bg1"/>
                </a:solidFill>
              </a:defRPr>
            </a:lvl1pPr>
          </a:lstStyle>
          <a:p>
            <a:r>
              <a:rPr lang="en-US"/>
              <a:t>00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835342" y="3673012"/>
            <a:ext cx="3478419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cap="all" baseline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000954-EE9B-CE47-739B-DDA68B3030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564612" y="0"/>
            <a:ext cx="0" cy="33297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F3718-06E9-9FA7-0F83-407013DEC1D9}"/>
              </a:ext>
            </a:extLst>
          </p:cNvPr>
          <p:cNvCxnSpPr>
            <a:cxnSpLocks/>
          </p:cNvCxnSpPr>
          <p:nvPr userDrawn="1"/>
        </p:nvCxnSpPr>
        <p:spPr>
          <a:xfrm flipV="1">
            <a:off x="7564612" y="3583682"/>
            <a:ext cx="0" cy="327431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8AC5B-2950-4E7B-773C-7BEDAC37D2E1}"/>
              </a:ext>
            </a:extLst>
          </p:cNvPr>
          <p:cNvCxnSpPr>
            <a:cxnSpLocks/>
          </p:cNvCxnSpPr>
          <p:nvPr userDrawn="1"/>
        </p:nvCxnSpPr>
        <p:spPr>
          <a:xfrm>
            <a:off x="7691407" y="3453516"/>
            <a:ext cx="450059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BB4002-017F-1088-1FCD-8DDB6F917200}"/>
              </a:ext>
            </a:extLst>
          </p:cNvPr>
          <p:cNvCxnSpPr>
            <a:cxnSpLocks/>
          </p:cNvCxnSpPr>
          <p:nvPr userDrawn="1"/>
        </p:nvCxnSpPr>
        <p:spPr>
          <a:xfrm>
            <a:off x="0" y="3453516"/>
            <a:ext cx="74181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23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A87895D-DA9C-A43F-C551-28FCF26F02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9" r="389"/>
          <a:stretch/>
        </p:blipFill>
        <p:spPr>
          <a:xfrm>
            <a:off x="0" y="0"/>
            <a:ext cx="30289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440" y="1531696"/>
            <a:ext cx="4433658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8454" y="1092580"/>
            <a:ext cx="3478419" cy="54000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0" i="0" cap="all" baseline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788647-8478-6447-567C-41D6063A9C7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1466888" y="1618469"/>
            <a:chExt cx="12192000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9000954-EE9B-CE47-739B-DDA68B3030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1618469"/>
              <a:ext cx="0" cy="1711238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0FF3718-06E9-9FA7-0F83-407013DEC1D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4892787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78AC5B-2950-4E7B-773C-7BEDAC37D2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596748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8BB4002-017F-1088-1FCD-8DDB6F9172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66888" y="3453516"/>
              <a:ext cx="595126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259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D693D7-9DEF-8E2C-AE79-694A171EF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5851255" y="-2350789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2350789"/>
              <a:ext cx="0" cy="5680496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923529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103518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1255" y="3453516"/>
              <a:ext cx="15669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1756CE-D6DD-032E-B0EF-75DEA2CF31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8810" y="2808891"/>
            <a:ext cx="6123186" cy="278447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1800"/>
              </a:spcBef>
              <a:buNone/>
              <a:defRPr sz="6600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 header goes here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4FF1897-7EB7-A874-E804-F4C8B62154D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15453118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6A74D0-490E-F621-8409-62B377761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1769227"/>
            <a:ext cx="4166172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06529" y="5232469"/>
            <a:ext cx="576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cap="all" baseline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000954-EE9B-CE47-739B-DDA68B3030E1}"/>
              </a:ext>
            </a:extLst>
          </p:cNvPr>
          <p:cNvCxnSpPr/>
          <p:nvPr userDrawn="1"/>
        </p:nvCxnSpPr>
        <p:spPr>
          <a:xfrm flipV="1">
            <a:off x="4635799" y="-1"/>
            <a:ext cx="0" cy="488916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F3718-06E9-9FA7-0F83-407013DEC1D9}"/>
              </a:ext>
            </a:extLst>
          </p:cNvPr>
          <p:cNvCxnSpPr>
            <a:cxnSpLocks/>
          </p:cNvCxnSpPr>
          <p:nvPr userDrawn="1"/>
        </p:nvCxnSpPr>
        <p:spPr>
          <a:xfrm flipV="1">
            <a:off x="4635799" y="5143139"/>
            <a:ext cx="0" cy="171486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8AC5B-2950-4E7B-773C-7BEDAC37D2E1}"/>
              </a:ext>
            </a:extLst>
          </p:cNvPr>
          <p:cNvCxnSpPr>
            <a:cxnSpLocks/>
          </p:cNvCxnSpPr>
          <p:nvPr userDrawn="1"/>
        </p:nvCxnSpPr>
        <p:spPr>
          <a:xfrm>
            <a:off x="4762594" y="5012973"/>
            <a:ext cx="742940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BB4002-017F-1088-1FCD-8DDB6F917200}"/>
              </a:ext>
            </a:extLst>
          </p:cNvPr>
          <p:cNvCxnSpPr>
            <a:cxnSpLocks/>
          </p:cNvCxnSpPr>
          <p:nvPr userDrawn="1"/>
        </p:nvCxnSpPr>
        <p:spPr>
          <a:xfrm>
            <a:off x="0" y="5012973"/>
            <a:ext cx="448934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99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FCE4D3E-B173-4450-7621-697EC87F3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89"/>
            <a:ext cx="6972618" cy="6856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2394" y="209770"/>
            <a:ext cx="4500592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835342" y="3673012"/>
            <a:ext cx="3478419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cap="all" baseline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000954-EE9B-CE47-739B-DDA68B3030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564612" y="0"/>
            <a:ext cx="0" cy="3329707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F3718-06E9-9FA7-0F83-407013DEC1D9}"/>
              </a:ext>
            </a:extLst>
          </p:cNvPr>
          <p:cNvCxnSpPr>
            <a:cxnSpLocks/>
          </p:cNvCxnSpPr>
          <p:nvPr userDrawn="1"/>
        </p:nvCxnSpPr>
        <p:spPr>
          <a:xfrm flipV="1">
            <a:off x="7564612" y="3583682"/>
            <a:ext cx="0" cy="327431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8AC5B-2950-4E7B-773C-7BEDAC37D2E1}"/>
              </a:ext>
            </a:extLst>
          </p:cNvPr>
          <p:cNvCxnSpPr>
            <a:cxnSpLocks/>
          </p:cNvCxnSpPr>
          <p:nvPr userDrawn="1"/>
        </p:nvCxnSpPr>
        <p:spPr>
          <a:xfrm>
            <a:off x="7691407" y="3453516"/>
            <a:ext cx="450059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BB4002-017F-1088-1FCD-8DDB6F917200}"/>
              </a:ext>
            </a:extLst>
          </p:cNvPr>
          <p:cNvCxnSpPr>
            <a:cxnSpLocks/>
          </p:cNvCxnSpPr>
          <p:nvPr userDrawn="1"/>
        </p:nvCxnSpPr>
        <p:spPr>
          <a:xfrm>
            <a:off x="0" y="3453516"/>
            <a:ext cx="7418155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57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3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A87895D-DA9C-A43F-C551-28FCF26F02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9" r="389"/>
          <a:stretch/>
        </p:blipFill>
        <p:spPr>
          <a:xfrm>
            <a:off x="0" y="0"/>
            <a:ext cx="30289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440" y="1531696"/>
            <a:ext cx="4433658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8454" y="1092580"/>
            <a:ext cx="3478419" cy="54000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0" i="0" cap="all" baseline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788647-8478-6447-567C-41D6063A9C7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1466888" y="1618469"/>
            <a:chExt cx="12192000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9000954-EE9B-CE47-739B-DDA68B3030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1618469"/>
              <a:ext cx="0" cy="1711238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0FF3718-06E9-9FA7-0F83-407013DEC1D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4892787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78AC5B-2950-4E7B-773C-7BEDAC37D2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59674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8BB4002-017F-1088-1FCD-8DDB6F9172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66888" y="3453516"/>
              <a:ext cx="595126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9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D693D7-9DEF-8E2C-AE79-694A171EF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1756CE-D6DD-032E-B0EF-75DEA2CF31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8810" y="2808891"/>
            <a:ext cx="6123186" cy="278447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1800"/>
              </a:spcBef>
              <a:buNone/>
              <a:defRPr sz="660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 header goes here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4FF1897-7EB7-A874-E804-F4C8B62154D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258532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page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4801549-794E-6BBE-72CD-3E68BD41073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5851255" y="-2350789"/>
            <a:chExt cx="12192000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51E4827-2979-500B-7997-12CBEACC5A0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2350789"/>
              <a:ext cx="0" cy="5680496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1D8F22-143B-B59D-F3B7-8F42D48ED1D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923529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8E456F3-DA3B-1CE9-6F17-E75364106B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1035184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9FC69C-C683-9B99-9D34-B1A61FDC62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1255" y="3453516"/>
              <a:ext cx="15669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9835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5851255" y="-2350789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2350789"/>
              <a:ext cx="0" cy="5680496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923529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103518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1255" y="3453516"/>
              <a:ext cx="15669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1756CE-D6DD-032E-B0EF-75DEA2CF31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8810" y="2808891"/>
            <a:ext cx="6123186" cy="2784475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1800"/>
              </a:spcBef>
              <a:buNone/>
              <a:defRPr sz="30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4FF1897-7EB7-A874-E804-F4C8B62154D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3137427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–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10157" y="-780433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780433"/>
              <a:ext cx="0" cy="41101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2493885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451075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157" y="3453516"/>
              <a:ext cx="74079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3E889-5F6C-68AE-26E9-6F57850E4F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276939"/>
            <a:ext cx="6123186" cy="2784475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1800"/>
              </a:spcBef>
              <a:buNone/>
              <a:defRPr sz="3000" spc="-50" baseline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51EBA40-FD28-1758-8014-BC54F80746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402833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L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414716"/>
            <a:ext cx="11414528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78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text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9869902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69453CB-B797-3DC3-0DD4-60091DBF24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13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tex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411526"/>
            <a:ext cx="11614209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A13310-59C4-CB9C-CCDF-DE01B7583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14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9869902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A13310-59C4-CB9C-CCDF-DE01B7583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09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Light - 1 column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414716"/>
            <a:ext cx="11414528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57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 Light - 1 column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986990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69453CB-B797-3DC3-0DD4-60091DBF24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063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Dark - 1 column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411526"/>
            <a:ext cx="11614209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A13310-59C4-CB9C-CCDF-DE01B7583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7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 Dark - 1 column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986990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A13310-59C4-CB9C-CCDF-DE01B7583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041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 –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E042A0A-8B61-D1D5-1B20-BC049F12B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1" r="161"/>
          <a:stretch/>
        </p:blipFill>
        <p:spPr>
          <a:xfrm>
            <a:off x="9348946" y="0"/>
            <a:ext cx="2844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F81543-106B-2906-2035-D2CF3BB1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000" y="252000"/>
            <a:ext cx="5760000" cy="221599"/>
          </a:xfrm>
        </p:spPr>
        <p:txBody>
          <a:bodyPr anchor="t" anchorCtr="0">
            <a:spAutoFit/>
          </a:bodyPr>
          <a:lstStyle>
            <a:lvl1pPr>
              <a:defRPr sz="16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10966-439C-5E15-CABC-CE7A3F8F0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56000" y="4453254"/>
            <a:ext cx="5760000" cy="2215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6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B2D1AA-19DF-A2E2-4658-1DDC31B83EB9}"/>
              </a:ext>
            </a:extLst>
          </p:cNvPr>
          <p:cNvGrpSpPr/>
          <p:nvPr userDrawn="1"/>
        </p:nvGrpSpPr>
        <p:grpSpPr>
          <a:xfrm>
            <a:off x="3183197" y="-11875"/>
            <a:ext cx="9008803" cy="6869875"/>
            <a:chOff x="7564612" y="-780433"/>
            <a:chExt cx="9008803" cy="686987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7D60D35-68C6-396A-62BA-6F27DFE5882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780433"/>
              <a:ext cx="0" cy="411014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3FA67A9-4E79-4429-55C1-66316373D1F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250576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BCC5DC-C405-E21A-06DE-99D8F4425E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888200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236664D2-A433-C663-BE3B-C70CB7F591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B3753DC-3052-776D-08A9-82770303E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56000" y="1090862"/>
            <a:ext cx="5759999" cy="2922338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0" indent="0">
              <a:buNone/>
              <a:defRPr sz="1800" spc="-30" baseline="0"/>
            </a:lvl1pPr>
            <a:lvl2pPr marL="0" indent="0">
              <a:lnSpc>
                <a:spcPct val="75000"/>
              </a:lnSpc>
              <a:buNone/>
              <a:defRPr sz="8700" spc="-200" baseline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366206D-A24C-751C-8485-7F843B675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000" y="4879975"/>
            <a:ext cx="5759450" cy="1839913"/>
          </a:xfrm>
          <a:prstGeom prst="rect">
            <a:avLst/>
          </a:prstGeom>
        </p:spPr>
        <p:txBody>
          <a:bodyPr/>
          <a:lstStyle>
            <a:lvl1pPr marL="144000" indent="-144000">
              <a:defRPr sz="1200" b="0" i="0">
                <a:latin typeface="Amina Medium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1738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216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1543-106B-2906-2035-D2CF3BB1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000" y="252000"/>
            <a:ext cx="5760000" cy="221599"/>
          </a:xfrm>
        </p:spPr>
        <p:txBody>
          <a:bodyPr anchor="t" anchorCtr="0">
            <a:spAutoFit/>
          </a:bodyPr>
          <a:lstStyle>
            <a:lvl1pPr>
              <a:defRPr sz="1600" b="0" i="0" cap="all" spc="-20" baseline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10966-439C-5E15-CABC-CE7A3F8F0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56000" y="4453254"/>
            <a:ext cx="5760000" cy="2215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600" b="0" i="0" cap="all" spc="-20" baseline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B2D1AA-19DF-A2E2-4658-1DDC31B83EB9}"/>
              </a:ext>
            </a:extLst>
          </p:cNvPr>
          <p:cNvGrpSpPr/>
          <p:nvPr userDrawn="1"/>
        </p:nvGrpSpPr>
        <p:grpSpPr>
          <a:xfrm>
            <a:off x="3183197" y="-11875"/>
            <a:ext cx="9008803" cy="6869875"/>
            <a:chOff x="7564612" y="-780433"/>
            <a:chExt cx="9008803" cy="686987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7D60D35-68C6-396A-62BA-6F27DFE5882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780433"/>
              <a:ext cx="0" cy="411014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3FA67A9-4E79-4429-55C1-66316373D1F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250576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BCC5DC-C405-E21A-06DE-99D8F4425E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88820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236664D2-A433-C663-BE3B-C70CB7F59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B3753DC-3052-776D-08A9-82770303E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56000" y="1090862"/>
            <a:ext cx="5759999" cy="2922338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0" indent="0">
              <a:buNone/>
              <a:defRPr sz="1800" spc="-30" baseline="0">
                <a:solidFill>
                  <a:schemeClr val="bg1"/>
                </a:solidFill>
              </a:defRPr>
            </a:lvl1pPr>
            <a:lvl2pPr marL="0" indent="0">
              <a:lnSpc>
                <a:spcPct val="75000"/>
              </a:lnSpc>
              <a:buNone/>
              <a:defRPr sz="8700" spc="-200" baseline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366206D-A24C-751C-8485-7F843B675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000" y="4879975"/>
            <a:ext cx="5759450" cy="1839913"/>
          </a:xfrm>
          <a:prstGeom prst="rect">
            <a:avLst/>
          </a:prstGeom>
        </p:spPr>
        <p:txBody>
          <a:bodyPr/>
          <a:lstStyle>
            <a:lvl1pPr marL="144000" indent="-144000"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97EE6-333A-45D8-047A-045B05911F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5" r="465"/>
          <a:stretch/>
        </p:blipFill>
        <p:spPr>
          <a:xfrm>
            <a:off x="9363391" y="0"/>
            <a:ext cx="282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23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2162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3263A0F-9147-506F-A041-233CC04F20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16998" y="-12700"/>
            <a:ext cx="3175002" cy="68818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65506" y="216000"/>
            <a:ext cx="4372024" cy="6503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30352" y="25200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5BDC6D-2BC2-A7B7-B332-09470811052F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3145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93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3263A0F-9147-506F-A041-233CC04F20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16998" y="-12700"/>
            <a:ext cx="3175002" cy="68818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65506" y="216000"/>
            <a:ext cx="4372024" cy="6503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30352" y="25200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5BDC6D-2BC2-A7B7-B332-09470811052F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3145" y="-11875"/>
            <a:ext cx="0" cy="686987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25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76B14B2-C9D1-0BF1-75A9-47710C0CFC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53019"/>
            <a:ext cx="4131826" cy="290498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793987-6EF4-3333-CEE4-023CEAB2C033}"/>
              </a:ext>
            </a:extLst>
          </p:cNvPr>
          <p:cNvCxnSpPr>
            <a:cxnSpLocks/>
          </p:cNvCxnSpPr>
          <p:nvPr userDrawn="1"/>
        </p:nvCxnSpPr>
        <p:spPr>
          <a:xfrm flipV="1">
            <a:off x="2238367" y="-3179"/>
            <a:ext cx="0" cy="468459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281692-71BF-7D23-5DDF-D5AAB482CDD7}"/>
              </a:ext>
            </a:extLst>
          </p:cNvPr>
          <p:cNvCxnSpPr>
            <a:cxnSpLocks/>
          </p:cNvCxnSpPr>
          <p:nvPr userDrawn="1"/>
        </p:nvCxnSpPr>
        <p:spPr>
          <a:xfrm>
            <a:off x="-2" y="4762837"/>
            <a:ext cx="2146207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87E751A-B7DC-D143-E9AA-62FD137FDE47}"/>
              </a:ext>
            </a:extLst>
          </p:cNvPr>
          <p:cNvCxnSpPr>
            <a:cxnSpLocks/>
          </p:cNvCxnSpPr>
          <p:nvPr userDrawn="1"/>
        </p:nvCxnSpPr>
        <p:spPr>
          <a:xfrm>
            <a:off x="2314759" y="4759947"/>
            <a:ext cx="992651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AF6EEA-9DC1-FCAC-FB00-947BF120EC3F}"/>
              </a:ext>
            </a:extLst>
          </p:cNvPr>
          <p:cNvCxnSpPr>
            <a:cxnSpLocks/>
          </p:cNvCxnSpPr>
          <p:nvPr userDrawn="1"/>
        </p:nvCxnSpPr>
        <p:spPr>
          <a:xfrm flipV="1">
            <a:off x="2238367" y="4849526"/>
            <a:ext cx="0" cy="200847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7E51A493-0371-8A0E-F189-7A1EABECF13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526233" y="5096448"/>
            <a:ext cx="3683376" cy="166199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page title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552E1DFF-E1A0-46CD-2EB8-FA9D6B2ACC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26233" y="3036905"/>
            <a:ext cx="9050858" cy="1386540"/>
          </a:xfrm>
        </p:spPr>
        <p:txBody>
          <a:bodyPr anchor="b"/>
          <a:lstStyle>
            <a:lvl1pPr marL="0" indent="0" algn="l">
              <a:lnSpc>
                <a:spcPct val="85000"/>
              </a:lnSpc>
              <a:spcAft>
                <a:spcPts val="1200"/>
              </a:spcAft>
              <a:buNone/>
              <a:defRPr sz="4000" spc="-50" baseline="0">
                <a:solidFill>
                  <a:schemeClr val="tx1"/>
                </a:solidFill>
              </a:defRPr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Lorem ipsum dolor sit amet,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elit. Maecenas porttitor congue massa. Fusce posuere, magna sed pulvinar ultricies, purus lectus malesuada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endParaRPr lang="en-GB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35095214-2BA2-498A-3490-B1DAAE7913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DC6B40D-FE44-8B8B-8BFC-886C148658D4}"/>
              </a:ext>
            </a:extLst>
          </p:cNvPr>
          <p:cNvSpPr txBox="1">
            <a:spLocks/>
          </p:cNvSpPr>
          <p:nvPr userDrawn="1"/>
        </p:nvSpPr>
        <p:spPr>
          <a:xfrm>
            <a:off x="2349520" y="24063"/>
            <a:ext cx="9050858" cy="13865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40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mina" pitchFamily="2" charset="77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dirty="0">
                <a:solidFill>
                  <a:schemeClr val="tx2"/>
                </a:solidFill>
                <a:latin typeface="+mj-lt"/>
              </a:rPr>
              <a:t>“”</a:t>
            </a:r>
          </a:p>
        </p:txBody>
      </p:sp>
    </p:spTree>
    <p:extLst>
      <p:ext uri="{BB962C8B-B14F-4D97-AF65-F5344CB8AC3E}">
        <p14:creationId xmlns:p14="http://schemas.microsoft.com/office/powerpoint/2010/main" val="2977884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2AB25440-68F9-C0E8-59AE-7B7A5E6D5E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" r="114"/>
          <a:stretch/>
        </p:blipFill>
        <p:spPr>
          <a:xfrm>
            <a:off x="0" y="3953019"/>
            <a:ext cx="4131826" cy="290498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793987-6EF4-3333-CEE4-023CEAB2C033}"/>
              </a:ext>
            </a:extLst>
          </p:cNvPr>
          <p:cNvCxnSpPr>
            <a:cxnSpLocks/>
          </p:cNvCxnSpPr>
          <p:nvPr userDrawn="1"/>
        </p:nvCxnSpPr>
        <p:spPr>
          <a:xfrm flipV="1">
            <a:off x="2238367" y="-3179"/>
            <a:ext cx="0" cy="468459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281692-71BF-7D23-5DDF-D5AAB482CDD7}"/>
              </a:ext>
            </a:extLst>
          </p:cNvPr>
          <p:cNvCxnSpPr>
            <a:cxnSpLocks/>
          </p:cNvCxnSpPr>
          <p:nvPr userDrawn="1"/>
        </p:nvCxnSpPr>
        <p:spPr>
          <a:xfrm>
            <a:off x="-2" y="4762837"/>
            <a:ext cx="2146207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87E751A-B7DC-D143-E9AA-62FD137FDE47}"/>
              </a:ext>
            </a:extLst>
          </p:cNvPr>
          <p:cNvCxnSpPr>
            <a:cxnSpLocks/>
          </p:cNvCxnSpPr>
          <p:nvPr userDrawn="1"/>
        </p:nvCxnSpPr>
        <p:spPr>
          <a:xfrm>
            <a:off x="2314759" y="4759947"/>
            <a:ext cx="992651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AF6EEA-9DC1-FCAC-FB00-947BF120EC3F}"/>
              </a:ext>
            </a:extLst>
          </p:cNvPr>
          <p:cNvCxnSpPr>
            <a:cxnSpLocks/>
          </p:cNvCxnSpPr>
          <p:nvPr userDrawn="1"/>
        </p:nvCxnSpPr>
        <p:spPr>
          <a:xfrm flipV="1">
            <a:off x="2238367" y="4849526"/>
            <a:ext cx="0" cy="200847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7E51A493-0371-8A0E-F189-7A1EABECF13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526233" y="5096448"/>
            <a:ext cx="3683376" cy="166199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page title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552E1DFF-E1A0-46CD-2EB8-FA9D6B2ACC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26233" y="3036905"/>
            <a:ext cx="9050858" cy="1386540"/>
          </a:xfrm>
        </p:spPr>
        <p:txBody>
          <a:bodyPr anchor="b"/>
          <a:lstStyle>
            <a:lvl1pPr marL="0" indent="0" algn="l">
              <a:lnSpc>
                <a:spcPct val="85000"/>
              </a:lnSpc>
              <a:spcAft>
                <a:spcPts val="1200"/>
              </a:spcAft>
              <a:buNone/>
              <a:defRPr sz="4000" spc="-50" baseline="0">
                <a:solidFill>
                  <a:schemeClr val="tx1"/>
                </a:solidFill>
              </a:defRPr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Lorem ipsum dolor sit amet,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elit. Maecenas porttitor congue massa. Fusce posuere, magna sed pulvinar ultricies, purus lectus malesuada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endParaRPr lang="en-GB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31D80AB-00C3-AF57-6A91-235DD3C190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C8E49-7294-2B40-1BF8-9C91133929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3F098-F1A7-31B5-9782-F9F9AE4AF4B8}"/>
              </a:ext>
            </a:extLst>
          </p:cNvPr>
          <p:cNvSpPr txBox="1">
            <a:spLocks/>
          </p:cNvSpPr>
          <p:nvPr userDrawn="1"/>
        </p:nvSpPr>
        <p:spPr>
          <a:xfrm>
            <a:off x="2349520" y="24063"/>
            <a:ext cx="9050858" cy="13865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40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mina" pitchFamily="2" charset="77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dirty="0">
                <a:solidFill>
                  <a:schemeClr val="accent1"/>
                </a:solidFill>
                <a:latin typeface="+mj-lt"/>
              </a:rPr>
              <a:t>“”</a:t>
            </a:r>
          </a:p>
        </p:txBody>
      </p:sp>
    </p:spTree>
    <p:extLst>
      <p:ext uri="{BB962C8B-B14F-4D97-AF65-F5344CB8AC3E}">
        <p14:creationId xmlns:p14="http://schemas.microsoft.com/office/powerpoint/2010/main" val="760958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3AFAC-6E8B-D06D-ACF3-063435700B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1144" y="1411526"/>
            <a:ext cx="9881065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5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3AFAC-6E8B-D06D-ACF3-063435700B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7328" y="1891637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B7A41811-EB13-1EF8-9642-C6B72A5D5C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9719" y="1751486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70A6BC90-D17B-1725-0B19-A7A3F1E4D7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853" y="2655083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202C4B7E-7C11-561D-9265-63C0A755C7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7853" y="3558680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29AE7098-1B99-F7F3-8921-C87123959A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7853" y="4462277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96422DF1-A2A9-75C6-72FB-8A6E3662E0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7853" y="5365875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AC5ECDE6-7101-3B93-8FEB-20D9D0DB65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07328" y="2776453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95140519-B81F-7618-065E-09EBDA602A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07328" y="3680090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6A4E8BA5-3C86-505B-FDE6-AF0DC2E6A3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7328" y="4583727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42937E4-D032-428F-2B40-89055D0CB8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07328" y="5478336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</p:spTree>
    <p:extLst>
      <p:ext uri="{BB962C8B-B14F-4D97-AF65-F5344CB8AC3E}">
        <p14:creationId xmlns:p14="http://schemas.microsoft.com/office/powerpoint/2010/main" val="756736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F2F0B81-53BB-64B5-B386-3565831250F4}"/>
              </a:ext>
            </a:extLst>
          </p:cNvPr>
          <p:cNvSpPr/>
          <p:nvPr userDrawn="1"/>
        </p:nvSpPr>
        <p:spPr>
          <a:xfrm>
            <a:off x="-1" y="1246095"/>
            <a:ext cx="12192000" cy="56119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1519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4961702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2200" b="0" i="0" spc="-50" baseline="0"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three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7427" y="259542"/>
            <a:ext cx="4389671" cy="880497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ADD A SUBTITLE IN ALL CAPS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A27C69-3D02-14FA-5D00-3F061E56B1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4B2B7F3-C3DC-41FB-3DD1-E1D8B2E7F5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486" y="1530292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TITLE OF TABLE IN ALL CAPS 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401F53E0-B950-FE5D-5FED-C1C421CB25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485" y="1904948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Subtitle for table in italic 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CF3A54B3-6D70-46ED-92D1-4CEF07F077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000" y="6466997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3C180353-C897-79F4-4F4C-5C8CD9E892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79176" y="6466996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93D06364-56A8-6F60-BBE7-77147D4702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24866" y="6465145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6" name="Text Placeholder 27">
            <a:extLst>
              <a:ext uri="{FF2B5EF4-FFF2-40B4-BE49-F238E27FC236}">
                <a16:creationId xmlns:a16="http://schemas.microsoft.com/office/drawing/2014/main" id="{7739C6D1-BA1B-76B9-5619-701675ECEC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41528" y="6461546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1E81E2-5705-EFE6-E45C-94769DE4ACE2}"/>
              </a:ext>
            </a:extLst>
          </p:cNvPr>
          <p:cNvCxnSpPr>
            <a:cxnSpLocks/>
          </p:cNvCxnSpPr>
          <p:nvPr userDrawn="1"/>
        </p:nvCxnSpPr>
        <p:spPr>
          <a:xfrm flipV="1">
            <a:off x="7298169" y="7921"/>
            <a:ext cx="0" cy="11519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FF83B36C-CED3-07C9-CE36-A279463C4B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8161" y="6488344"/>
            <a:ext cx="6004609" cy="153656"/>
          </a:xfrm>
          <a:prstGeom prst="rect">
            <a:avLst/>
          </a:prstGeom>
        </p:spPr>
        <p:txBody>
          <a:bodyPr numCol="1" spcCol="360000"/>
          <a:lstStyle>
            <a:lvl1pPr marL="0" indent="0" algn="r">
              <a:buNone/>
              <a:defRPr sz="9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Source of the data </a:t>
            </a:r>
          </a:p>
        </p:txBody>
      </p:sp>
    </p:spTree>
    <p:extLst>
      <p:ext uri="{BB962C8B-B14F-4D97-AF65-F5344CB8AC3E}">
        <p14:creationId xmlns:p14="http://schemas.microsoft.com/office/powerpoint/2010/main" val="3248622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50/5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1519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4961702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2200" b="0" i="0" spc="-50" baseline="0"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three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7427" y="259542"/>
            <a:ext cx="4389671" cy="880497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ADD A SUBTITLE IN ALL CAPS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A27C69-3D02-14FA-5D00-3F061E56B1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1E81E2-5705-EFE6-E45C-94769DE4ACE2}"/>
              </a:ext>
            </a:extLst>
          </p:cNvPr>
          <p:cNvCxnSpPr>
            <a:cxnSpLocks/>
          </p:cNvCxnSpPr>
          <p:nvPr userDrawn="1"/>
        </p:nvCxnSpPr>
        <p:spPr>
          <a:xfrm flipV="1">
            <a:off x="7298169" y="7921"/>
            <a:ext cx="0" cy="11519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5C88C3F-FD81-8799-34A9-DADF678DC5E3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246095"/>
            <a:ext cx="5305324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67B2B5-E065-2242-48E0-9DB470E705D1}"/>
              </a:ext>
            </a:extLst>
          </p:cNvPr>
          <p:cNvCxnSpPr>
            <a:cxnSpLocks/>
          </p:cNvCxnSpPr>
          <p:nvPr userDrawn="1"/>
        </p:nvCxnSpPr>
        <p:spPr>
          <a:xfrm>
            <a:off x="0" y="1246095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066DA2-C6B5-A787-4976-2BD46636C238}"/>
              </a:ext>
            </a:extLst>
          </p:cNvPr>
          <p:cNvCxnSpPr>
            <a:cxnSpLocks/>
          </p:cNvCxnSpPr>
          <p:nvPr userDrawn="1"/>
        </p:nvCxnSpPr>
        <p:spPr>
          <a:xfrm>
            <a:off x="7435498" y="1248293"/>
            <a:ext cx="475650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E389E4F-62EC-B0CF-C6E6-798BD863D939}"/>
              </a:ext>
            </a:extLst>
          </p:cNvPr>
          <p:cNvSpPr/>
          <p:nvPr userDrawn="1"/>
        </p:nvSpPr>
        <p:spPr>
          <a:xfrm>
            <a:off x="0" y="1246095"/>
            <a:ext cx="6095992" cy="56119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4B2B7F3-C3DC-41FB-3DD1-E1D8B2E7F5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486" y="1530292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TITLE OF TABLE IN ALL CAPS 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401F53E0-B950-FE5D-5FED-C1C421CB25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485" y="1904948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Subtitle for table in italic 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CF3A54B3-6D70-46ED-92D1-4CEF07F077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000" y="6466997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3C180353-C897-79F4-4F4C-5C8CD9E892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79176" y="6466996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93D06364-56A8-6F60-BBE7-77147D4702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24866" y="6465145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6" name="Text Placeholder 27">
            <a:extLst>
              <a:ext uri="{FF2B5EF4-FFF2-40B4-BE49-F238E27FC236}">
                <a16:creationId xmlns:a16="http://schemas.microsoft.com/office/drawing/2014/main" id="{7739C6D1-BA1B-76B9-5619-701675ECEC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41528" y="6461546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208E1E1C-3242-93A6-0679-45CB8A981D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9478" y="1530292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TITLE OF TABLE IN ALL CAPS 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F3B141EF-83DE-7A57-E766-DCB32E1180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69477" y="1904948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Subtitle for table in italic 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788E0D78-0903-BD76-B24F-A28A2A8D53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9477" y="4002092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TITLE OF TABLE IN ALL CAPS 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A52B7161-77EB-BC6D-158D-2B267CD705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69476" y="4376748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Subtitle for table in italic 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DA6D024D-3C8B-6D6E-9654-319E869CB2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69476" y="6488344"/>
            <a:ext cx="4863294" cy="153632"/>
          </a:xfrm>
          <a:prstGeom prst="rect">
            <a:avLst/>
          </a:prstGeom>
        </p:spPr>
        <p:txBody>
          <a:bodyPr numCol="1" spcCol="360000"/>
          <a:lstStyle>
            <a:lvl1pPr marL="0" indent="0" algn="l">
              <a:buNone/>
              <a:defRPr sz="900" b="0" i="0" u="none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Source of the data </a:t>
            </a:r>
          </a:p>
        </p:txBody>
      </p:sp>
    </p:spTree>
    <p:extLst>
      <p:ext uri="{BB962C8B-B14F-4D97-AF65-F5344CB8AC3E}">
        <p14:creationId xmlns:p14="http://schemas.microsoft.com/office/powerpoint/2010/main" val="4285612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/45/45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29B43A-F4EE-D5CB-6027-C928C3FE2C4B}"/>
              </a:ext>
            </a:extLst>
          </p:cNvPr>
          <p:cNvSpPr/>
          <p:nvPr userDrawn="1"/>
        </p:nvSpPr>
        <p:spPr>
          <a:xfrm>
            <a:off x="6961874" y="1140042"/>
            <a:ext cx="5232000" cy="57179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3AFAC-6E8B-D06D-ACF3-063435700B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8EF276C6-EB1C-A5AA-D1FD-046FD4CAC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4181" y="1411526"/>
            <a:ext cx="464184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AE934C-4210-B31A-AC88-04CBFE465F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8972" y="6332258"/>
            <a:ext cx="360000" cy="269478"/>
          </a:xfrm>
          <a:prstGeom prst="rect">
            <a:avLst/>
          </a:prstGeom>
        </p:spPr>
      </p:pic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5BAF1BDE-F4D6-EC32-5F7A-8C357237F6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56953" y="1411526"/>
            <a:ext cx="464184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1807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89D4A2-3C56-AEC0-9C12-0F469B83EF47}"/>
              </a:ext>
            </a:extLst>
          </p:cNvPr>
          <p:cNvSpPr/>
          <p:nvPr userDrawn="1"/>
        </p:nvSpPr>
        <p:spPr>
          <a:xfrm>
            <a:off x="6096000" y="1140042"/>
            <a:ext cx="6093836" cy="57179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1D4CD3E-5610-6E8B-7805-4377C62670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6749" y="1411526"/>
            <a:ext cx="5522250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05FDB3F5-31CD-DA44-7D30-253E73046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1" y="1411526"/>
            <a:ext cx="5522250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D4BA20A-2A44-972D-CE60-9A74331E10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8972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/45/45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3FBB80-F352-002F-A38C-47C5F8782FE2}"/>
              </a:ext>
            </a:extLst>
          </p:cNvPr>
          <p:cNvSpPr/>
          <p:nvPr userDrawn="1"/>
        </p:nvSpPr>
        <p:spPr>
          <a:xfrm>
            <a:off x="6960000" y="1140042"/>
            <a:ext cx="5232000" cy="57179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464184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DBDD7F88-D8F6-6597-3034-BDC32D5AAC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62143" y="1411526"/>
            <a:ext cx="464184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solidFill>
                  <a:schemeClr val="bg2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B9562F0-C413-2EFC-8CC7-15380819BB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981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1" y="1411526"/>
            <a:ext cx="5522250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A22898-EB50-7867-08BA-F02A349271F2}"/>
              </a:ext>
            </a:extLst>
          </p:cNvPr>
          <p:cNvSpPr/>
          <p:nvPr userDrawn="1"/>
        </p:nvSpPr>
        <p:spPr>
          <a:xfrm>
            <a:off x="6096000" y="1140042"/>
            <a:ext cx="6093836" cy="57179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5F79C6B7-2CF8-0A08-A4DB-D0D406D72A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6749" y="1411526"/>
            <a:ext cx="5522250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97DA3FE-F5D2-2CE9-88E9-A45CD95D7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28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 userDrawn="1">
          <p15:clr>
            <a:srgbClr val="FBAE40"/>
          </p15:clr>
        </p15:guide>
        <p15:guide id="2" pos="2502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 –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9999" y="2635200"/>
            <a:ext cx="494877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999" y="5026270"/>
            <a:ext cx="4948771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7998" y="2635200"/>
            <a:ext cx="494877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7999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47999" y="5026270"/>
            <a:ext cx="494877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BA53473-E67D-C383-AF7F-6E32178BD2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9A438AB-5960-7440-C53B-5F2FF98923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792343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 –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9999" y="2635200"/>
            <a:ext cx="494877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999" y="5026270"/>
            <a:ext cx="4948771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7998" y="2635200"/>
            <a:ext cx="494877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7999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47999" y="5026270"/>
            <a:ext cx="494877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C53F6F6-46AC-CE5D-9814-2ECF9EFA5E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2808654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lumns –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3409902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999" y="5026270"/>
            <a:ext cx="3409901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59614" y="2635200"/>
            <a:ext cx="3409902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9614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9614" y="5026270"/>
            <a:ext cx="340990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0702CC-A003-6C8A-B1CA-CE9EAC4DCB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41007" y="2635200"/>
            <a:ext cx="340990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02914C35-E4D1-C83B-1D85-E0E28A71FD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1008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E4AAF54-0DC3-6647-1E69-860337E72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1008" y="5026270"/>
            <a:ext cx="340990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8CCEE7-E562-AC36-7F6D-F196E50717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77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lumns –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3409902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999" y="5026270"/>
            <a:ext cx="3409901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59614" y="2635200"/>
            <a:ext cx="3409902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9614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9614" y="5026270"/>
            <a:ext cx="340990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0702CC-A003-6C8A-B1CA-CE9EAC4DCB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41007" y="2635200"/>
            <a:ext cx="340990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02914C35-E4D1-C83B-1D85-E0E28A71FD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1008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E4AAF54-0DC3-6647-1E69-860337E72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1008" y="5026270"/>
            <a:ext cx="340990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79B094C-126B-7F6B-E18C-FDA3B26AA5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1069903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lumns –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8446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446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8446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0702CC-A003-6C8A-B1CA-CE9EAC4DCB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9074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02914C35-E4D1-C83B-1D85-E0E28A71FD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59074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E4AAF54-0DC3-6647-1E69-860337E72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9074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0B299E0-23C2-753B-6746-A943E76156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58138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F9F0ECDD-5B5E-E5D8-F2DA-1C6ABADCFC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8138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A3E5EF1-328D-FD5E-FA76-29CFDB302D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58138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89E6556-8A8F-53AB-DAE2-4942E65A6A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FD52856-EE57-C0F0-2690-2040BD2106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2321678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lumns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bg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8446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446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8446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bg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0702CC-A003-6C8A-B1CA-CE9EAC4DCB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9074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02914C35-E4D1-C83B-1D85-E0E28A71FD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59074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E4AAF54-0DC3-6647-1E69-860337E72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9074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bg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0B299E0-23C2-753B-6746-A943E76156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58138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F9F0ECDD-5B5E-E5D8-F2DA-1C6ABADCFC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8138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A3E5EF1-328D-FD5E-FA76-29CFDB302D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58138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bg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E45948D-FF9F-E19A-8874-F800F90D458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2059436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ive Columns –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38BAFCF-D399-F667-B2A6-3B1D5240C1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97343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28802A6-3E96-C446-F8C0-C8928AA0C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97343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B7592C2-688F-F013-8620-6C774DBEE2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7343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905521E2-3262-8F6B-5835-5E061171A2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33857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49DBA8D0-76FE-74B0-403D-8A102E2755D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3857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C2844B9-9B5E-BEC0-221D-E507E8D73C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3857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CAEECB4-F72D-187E-8F2F-6B8005A529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61200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FEB791F8-9C26-208D-FE2F-0178E17811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612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570E461-2ED1-6DB1-F0A3-716EFEC1F6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61200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51A5CBE3-DB8F-9B5D-7BC1-D909F518D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88543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C4216A66-2E03-F2DE-E1F7-481CD80B4D3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88543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F8F6F7E4-7ADB-35FF-C818-E7AA16CEC2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88543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CF44937-A304-578B-30F0-635CEB9D86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3C3B013-4D87-BA44-5973-93930C3D54E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2042501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ive Columns –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38BAFCF-D399-F667-B2A6-3B1D5240C1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97343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28802A6-3E96-C446-F8C0-C8928AA0C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97343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B7592C2-688F-F013-8620-6C774DBEE2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7343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905521E2-3262-8F6B-5835-5E061171A2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33857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49DBA8D0-76FE-74B0-403D-8A102E2755D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3857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C2844B9-9B5E-BEC0-221D-E507E8D73C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3857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CAEECB4-F72D-187E-8F2F-6B8005A529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61200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FEB791F8-9C26-208D-FE2F-0178E17811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612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570E461-2ED1-6DB1-F0A3-716EFEC1F6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61200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51A5CBE3-DB8F-9B5D-7BC1-D909F518D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88543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C4216A66-2E03-F2DE-E1F7-481CD80B4D3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88543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F8F6F7E4-7ADB-35FF-C818-E7AA16CEC2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88543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B3111DF-3AAC-D1FF-D2C5-4FC401D9D05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630402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A77E5C-92B3-BAD0-FF45-E9A1E5D75DB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7999" y="5292000"/>
            <a:ext cx="2320117" cy="17543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chart description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FE582BA-E197-C762-6D36-33CF5315A613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430351" y="216001"/>
            <a:ext cx="8560737" cy="5997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0FCE60A-84C5-91B9-50CA-CA03FC1779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4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2162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0" name="Graphic 2109">
            <a:extLst>
              <a:ext uri="{FF2B5EF4-FFF2-40B4-BE49-F238E27FC236}">
                <a16:creationId xmlns:a16="http://schemas.microsoft.com/office/drawing/2014/main" id="{15A1FE39-3AAA-38F8-C61C-0DD16E9EF8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14273" y="921314"/>
            <a:ext cx="12689964" cy="5415055"/>
          </a:xfrm>
          <a:prstGeom prst="rect">
            <a:avLst/>
          </a:prstGeom>
        </p:spPr>
      </p:pic>
      <p:pic>
        <p:nvPicPr>
          <p:cNvPr id="2109" name="Graphic 2108">
            <a:extLst>
              <a:ext uri="{FF2B5EF4-FFF2-40B4-BE49-F238E27FC236}">
                <a16:creationId xmlns:a16="http://schemas.microsoft.com/office/drawing/2014/main" id="{70D0AE5D-245D-0591-BF8A-F10E29E067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A77E5C-92B3-BAD0-FF45-E9A1E5D75DB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7999" y="5292000"/>
            <a:ext cx="2320117" cy="17543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chart description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0FCE60A-84C5-91B9-50CA-CA03FC1779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59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 userDrawn="1">
          <p15:clr>
            <a:srgbClr val="FBAE40"/>
          </p15:clr>
        </p15:guide>
        <p15:guide id="2" pos="2162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1AEA-00B0-966E-7BC3-D3F5DCB1B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217" y="1222552"/>
            <a:ext cx="6954459" cy="692497"/>
          </a:xfrm>
        </p:spPr>
        <p:txBody>
          <a:bodyPr wrap="square" anchor="t" anchorCtr="0">
            <a:spAutoFit/>
          </a:bodyPr>
          <a:lstStyle>
            <a:lvl1pPr>
              <a:lnSpc>
                <a:spcPct val="89000"/>
              </a:lnSpc>
              <a:spcBef>
                <a:spcPts val="1200"/>
              </a:spcBef>
              <a:defRPr sz="5000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statement text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460488" y="2402694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2402694"/>
              <a:ext cx="0" cy="927013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5677012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304010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460488" y="3453516"/>
              <a:ext cx="8878643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2D524EF-5FD2-9E0B-6F32-8E0AADF168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21032944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1AEA-00B0-966E-7BC3-D3F5DCB1B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217" y="4203843"/>
            <a:ext cx="6954459" cy="692497"/>
          </a:xfrm>
        </p:spPr>
        <p:txBody>
          <a:bodyPr wrap="square" anchor="b" anchorCtr="0">
            <a:spAutoFit/>
          </a:bodyPr>
          <a:lstStyle>
            <a:lvl1pPr>
              <a:lnSpc>
                <a:spcPct val="89000"/>
              </a:lnSpc>
              <a:spcBef>
                <a:spcPts val="1200"/>
              </a:spcBef>
              <a:defRPr sz="5000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statement text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431855" y="-1566633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1566633"/>
              <a:ext cx="0" cy="48963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1707685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306873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431855" y="3453516"/>
              <a:ext cx="885001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89627B5-CF98-D01D-C4A6-29678CCD9FB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242056329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1AEA-00B0-966E-7BC3-D3F5DCB1B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217" y="884421"/>
            <a:ext cx="6954459" cy="692497"/>
          </a:xfrm>
        </p:spPr>
        <p:txBody>
          <a:bodyPr wrap="square" anchor="t" anchorCtr="0">
            <a:spAutoFit/>
          </a:bodyPr>
          <a:lstStyle>
            <a:lvl1pPr>
              <a:lnSpc>
                <a:spcPct val="89000"/>
              </a:lnSpc>
              <a:spcBef>
                <a:spcPts val="1200"/>
              </a:spcBef>
              <a:defRPr sz="5000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statement text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431855" y="-1566633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1566633"/>
              <a:ext cx="0" cy="48963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1707685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306873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431855" y="3453516"/>
              <a:ext cx="885001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89627B5-CF98-D01D-C4A6-29678CCD9FB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167766971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B06C082-8D3F-DFAC-33B1-E1023189D4F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0000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966A078-2EB7-0DF5-D686-E24E36C9AE2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70000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FBDD73A1-D75E-A1F5-D608-366C18D4C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640513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4B3960CA-C270-8E92-111F-57F77E75169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0513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56E749E1-A234-11D5-E820-E444CEE470B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05537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166288C9-6154-BBE2-11AE-F4656F5ECE1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05537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9A34E66-D34F-F35C-F7A2-7F925525ED3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70561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2037E190-5AE8-4BA9-B962-9A84D761B1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70561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131D8D4B-1D13-8E85-CD7F-FF9172794E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35585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904A86A7-3D02-8E16-EC75-481BE01FEB1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735585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69" name="Picture Placeholder 37">
            <a:extLst>
              <a:ext uri="{FF2B5EF4-FFF2-40B4-BE49-F238E27FC236}">
                <a16:creationId xmlns:a16="http://schemas.microsoft.com/office/drawing/2014/main" id="{271FC80A-FC7F-4FAE-C273-C50EA3115CC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270581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0" name="Picture Placeholder 37">
            <a:extLst>
              <a:ext uri="{FF2B5EF4-FFF2-40B4-BE49-F238E27FC236}">
                <a16:creationId xmlns:a16="http://schemas.microsoft.com/office/drawing/2014/main" id="{E9A93761-D33B-54AA-6786-9A5A2471927A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2648021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1" name="Picture Placeholder 37">
            <a:extLst>
              <a:ext uri="{FF2B5EF4-FFF2-40B4-BE49-F238E27FC236}">
                <a16:creationId xmlns:a16="http://schemas.microsoft.com/office/drawing/2014/main" id="{B7595DCA-2B80-851C-386F-93FB2175212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008044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2" name="Picture Placeholder 37">
            <a:extLst>
              <a:ext uri="{FF2B5EF4-FFF2-40B4-BE49-F238E27FC236}">
                <a16:creationId xmlns:a16="http://schemas.microsoft.com/office/drawing/2014/main" id="{C02FCF44-4A03-A5BA-7F6C-C95DF97AD02B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7368067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3" name="Picture Placeholder 37">
            <a:extLst>
              <a:ext uri="{FF2B5EF4-FFF2-40B4-BE49-F238E27FC236}">
                <a16:creationId xmlns:a16="http://schemas.microsoft.com/office/drawing/2014/main" id="{EA7B5389-6DCB-8CEB-06DC-640024EC95E8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9736799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F460D25-2476-3A9E-6938-D788C2561E4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005537" y="2930464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12A0633-6CD9-2E6A-5485-FF27EBC6234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005537" y="3116581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7" name="Picture Placeholder 37">
            <a:extLst>
              <a:ext uri="{FF2B5EF4-FFF2-40B4-BE49-F238E27FC236}">
                <a16:creationId xmlns:a16="http://schemas.microsoft.com/office/drawing/2014/main" id="{274F339C-9C81-7296-D45D-CF0B7F204D2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5013045" y="1670173"/>
            <a:ext cx="2130755" cy="11973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067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034" y="333032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994F7B5-60F8-4F2C-BD1A-3A0D03AFFD4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1034" y="3516437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8DDE1B3-EC76-EEF1-813C-2B7D385A84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8765" y="333032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D3BB4AE6-9419-7DFB-A5BE-3FB286A667D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8765" y="3516437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88961CD-1B4A-13D6-23A3-6EC2BC04F7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56496" y="333032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7F87FEC-B507-451D-7289-3A002B0B0C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56496" y="3516437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298093C-7561-166A-181C-7DA7F6531BA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1034" y="5772564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002FCCE-310A-484C-EC32-4851A148F09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1034" y="5958681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EA6B8B5-1A00-C584-17F0-5B1138645C5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58765" y="5772564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818550DD-939D-E682-BD73-8F277F8C985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58765" y="5958681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EF9CA45-8123-609C-1CF8-1FC19E3EC3D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56496" y="5772564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3913DF3B-B330-8F1B-7635-68A0A084B28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256496" y="5958681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9" name="Picture Placeholder 37">
            <a:extLst>
              <a:ext uri="{FF2B5EF4-FFF2-40B4-BE49-F238E27FC236}">
                <a16:creationId xmlns:a16="http://schemas.microsoft.com/office/drawing/2014/main" id="{526AEC8C-38BF-78FC-51E4-073F869765B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270580" y="14769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0" name="Picture Placeholder 37">
            <a:extLst>
              <a:ext uri="{FF2B5EF4-FFF2-40B4-BE49-F238E27FC236}">
                <a16:creationId xmlns:a16="http://schemas.microsoft.com/office/drawing/2014/main" id="{F48F36CA-13C3-C8B1-0622-4CD170A5981A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59106" y="14769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1" name="Picture Placeholder 37">
            <a:extLst>
              <a:ext uri="{FF2B5EF4-FFF2-40B4-BE49-F238E27FC236}">
                <a16:creationId xmlns:a16="http://schemas.microsoft.com/office/drawing/2014/main" id="{CDD5D294-7B7A-4707-D5C9-221ABC00E4B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65049" y="14769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2" name="Picture Placeholder 37">
            <a:extLst>
              <a:ext uri="{FF2B5EF4-FFF2-40B4-BE49-F238E27FC236}">
                <a16:creationId xmlns:a16="http://schemas.microsoft.com/office/drawing/2014/main" id="{5D8F0205-9AAA-D115-578B-0D5141364A0A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270580" y="39153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3" name="Picture Placeholder 37">
            <a:extLst>
              <a:ext uri="{FF2B5EF4-FFF2-40B4-BE49-F238E27FC236}">
                <a16:creationId xmlns:a16="http://schemas.microsoft.com/office/drawing/2014/main" id="{E2CF6E7F-D2B6-0FE7-C199-8909E254A667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259106" y="39153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4" name="Picture Placeholder 37">
            <a:extLst>
              <a:ext uri="{FF2B5EF4-FFF2-40B4-BE49-F238E27FC236}">
                <a16:creationId xmlns:a16="http://schemas.microsoft.com/office/drawing/2014/main" id="{76029133-C380-BA9F-9FDD-1D9FF4597844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265049" y="3915366"/>
            <a:ext cx="3664923" cy="175481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490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no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994F7B5-60F8-4F2C-BD1A-3A0D03AFFD4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0000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59B5CF1-C17A-B47E-E887-DE5324C7C4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0513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F9D8D91-9078-DF94-BF40-B9C38F8EF32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40513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7E892BC-2F42-DD5D-A9C9-BF0ACB7D4F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05537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BBEDA23-F33A-ABA9-ABD0-87196CA1DE9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05537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6F9CD6E-7809-E0BC-7BC0-60BECCD9E67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70561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60738BD-2097-D4BD-9B9F-469829DE0A7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70561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B2D7981-5BB1-9182-A691-6D78EE987EE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35585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A1E1B651-AD15-04B5-8E53-4AAE80DA81D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35585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B06C082-8D3F-DFAC-33B1-E1023189D4F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0000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966A078-2EB7-0DF5-D686-E24E36C9AE2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70000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FBDD73A1-D75E-A1F5-D608-366C18D4C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640513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4B3960CA-C270-8E92-111F-57F77E75169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0513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56E749E1-A234-11D5-E820-E444CEE470B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05537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166288C9-6154-BBE2-11AE-F4656F5ECE1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05537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9A34E66-D34F-F35C-F7A2-7F925525ED3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70561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2037E190-5AE8-4BA9-B962-9A84D761B1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70561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131D8D4B-1D13-8E85-CD7F-FF9172794E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35585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904A86A7-3D02-8E16-EC75-481BE01FEB1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735585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9" name="Picture Placeholder 37">
            <a:extLst>
              <a:ext uri="{FF2B5EF4-FFF2-40B4-BE49-F238E27FC236}">
                <a16:creationId xmlns:a16="http://schemas.microsoft.com/office/drawing/2014/main" id="{11997636-562C-6C37-5DBE-35E72634DC57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270581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0" name="Picture Placeholder 37">
            <a:extLst>
              <a:ext uri="{FF2B5EF4-FFF2-40B4-BE49-F238E27FC236}">
                <a16:creationId xmlns:a16="http://schemas.microsoft.com/office/drawing/2014/main" id="{93C4AABA-B2E6-41B5-2110-55512B770F33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2648021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1" name="Picture Placeholder 37">
            <a:extLst>
              <a:ext uri="{FF2B5EF4-FFF2-40B4-BE49-F238E27FC236}">
                <a16:creationId xmlns:a16="http://schemas.microsoft.com/office/drawing/2014/main" id="{6C8C33CE-F235-05A4-1015-99B51525551F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008044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2" name="Picture Placeholder 37">
            <a:extLst>
              <a:ext uri="{FF2B5EF4-FFF2-40B4-BE49-F238E27FC236}">
                <a16:creationId xmlns:a16="http://schemas.microsoft.com/office/drawing/2014/main" id="{217D6C4D-3E00-4385-C1D1-D6A63642C9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368067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3" name="Picture Placeholder 37">
            <a:extLst>
              <a:ext uri="{FF2B5EF4-FFF2-40B4-BE49-F238E27FC236}">
                <a16:creationId xmlns:a16="http://schemas.microsoft.com/office/drawing/2014/main" id="{B0D52E2E-3819-1FE2-752B-7AA1BD73908A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9736799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9" name="Picture Placeholder 37">
            <a:extLst>
              <a:ext uri="{FF2B5EF4-FFF2-40B4-BE49-F238E27FC236}">
                <a16:creationId xmlns:a16="http://schemas.microsoft.com/office/drawing/2014/main" id="{271FC80A-FC7F-4FAE-C273-C50EA3115CC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270581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0" name="Picture Placeholder 37">
            <a:extLst>
              <a:ext uri="{FF2B5EF4-FFF2-40B4-BE49-F238E27FC236}">
                <a16:creationId xmlns:a16="http://schemas.microsoft.com/office/drawing/2014/main" id="{E9A93761-D33B-54AA-6786-9A5A2471927A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2648021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1" name="Picture Placeholder 37">
            <a:extLst>
              <a:ext uri="{FF2B5EF4-FFF2-40B4-BE49-F238E27FC236}">
                <a16:creationId xmlns:a16="http://schemas.microsoft.com/office/drawing/2014/main" id="{B7595DCA-2B80-851C-386F-93FB2175212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008044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2" name="Picture Placeholder 37">
            <a:extLst>
              <a:ext uri="{FF2B5EF4-FFF2-40B4-BE49-F238E27FC236}">
                <a16:creationId xmlns:a16="http://schemas.microsoft.com/office/drawing/2014/main" id="{C02FCF44-4A03-A5BA-7F6C-C95DF97AD02B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7368067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3" name="Picture Placeholder 37">
            <a:extLst>
              <a:ext uri="{FF2B5EF4-FFF2-40B4-BE49-F238E27FC236}">
                <a16:creationId xmlns:a16="http://schemas.microsoft.com/office/drawing/2014/main" id="{EA7B5389-6DCB-8CEB-06DC-640024EC95E8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9736799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566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no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994F7B5-60F8-4F2C-BD1A-3A0D03AFFD4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0000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9457E25-2963-4CA4-1195-0F7BC1AD3D6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33398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FAE557-1336-663F-9CE9-A7DDF3EDDE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33398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15C0720-4C7C-7213-EBE6-65122D9976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38361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A019BF0A-D677-E722-5766-A53CCC150AE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38361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3E6C0D04-19FB-E3F3-9CA1-BE724C57F51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06722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18C32FA-79A2-63C4-A60E-3C04C791FF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06722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EF39172-7BD0-C006-E42B-BBDF53D2C7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84048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44B1EE3-91CA-2967-E304-A7972E582A6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84048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DC88BFA-5EA6-D7F8-4BD5-A462F424343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61374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C0A48492-7B9A-8CDC-464D-CB2EBEBEE51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61374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E612217B-B03C-7DDB-E078-9D5627AD66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70000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01CB4632-A79B-348C-EAF9-B4F81A741A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70000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76FE961F-1909-869F-A3EB-6EF93B72C6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33398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93A0368B-6FC2-3F7A-4A6C-C0EA6FF3B14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133398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FC8FE9C6-1676-8111-ADCB-7330130F7DD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38361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14ECF748-64F8-7AFD-9AE0-F80C60388FC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38361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60" name="Text Placeholder 6">
            <a:extLst>
              <a:ext uri="{FF2B5EF4-FFF2-40B4-BE49-F238E27FC236}">
                <a16:creationId xmlns:a16="http://schemas.microsoft.com/office/drawing/2014/main" id="{8ADF3A46-7319-2DB0-4A64-2E607B92EA4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06722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01AF9B6A-3461-C47F-1A83-DC2A8BD9CD0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06722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DCEB16C1-4E2C-234D-4609-A2BFF717B1D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84048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46EADB55-70A9-F05E-2979-DC61741E8B6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184048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66" name="Text Placeholder 6">
            <a:extLst>
              <a:ext uri="{FF2B5EF4-FFF2-40B4-BE49-F238E27FC236}">
                <a16:creationId xmlns:a16="http://schemas.microsoft.com/office/drawing/2014/main" id="{AC03E0FB-43C3-54FF-ADDA-B051799C7E4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61374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68" name="Text Placeholder 6">
            <a:extLst>
              <a:ext uri="{FF2B5EF4-FFF2-40B4-BE49-F238E27FC236}">
                <a16:creationId xmlns:a16="http://schemas.microsoft.com/office/drawing/2014/main" id="{E8B08699-D8B8-3B5F-16FD-577D123DB40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61374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79" name="Picture Placeholder 37">
            <a:extLst>
              <a:ext uri="{FF2B5EF4-FFF2-40B4-BE49-F238E27FC236}">
                <a16:creationId xmlns:a16="http://schemas.microsoft.com/office/drawing/2014/main" id="{D001ABBB-ED55-3DE7-E256-83063062C1B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270582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0" name="Picture Placeholder 37">
            <a:extLst>
              <a:ext uri="{FF2B5EF4-FFF2-40B4-BE49-F238E27FC236}">
                <a16:creationId xmlns:a16="http://schemas.microsoft.com/office/drawing/2014/main" id="{197E9E3A-1D29-40C3-10D6-58AB2A906579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270581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1" name="Picture Placeholder 37">
            <a:extLst>
              <a:ext uri="{FF2B5EF4-FFF2-40B4-BE49-F238E27FC236}">
                <a16:creationId xmlns:a16="http://schemas.microsoft.com/office/drawing/2014/main" id="{1CB5152D-8972-F32B-66E3-DD1C2264FEF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2238720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2" name="Picture Placeholder 37">
            <a:extLst>
              <a:ext uri="{FF2B5EF4-FFF2-40B4-BE49-F238E27FC236}">
                <a16:creationId xmlns:a16="http://schemas.microsoft.com/office/drawing/2014/main" id="{79705309-8309-E808-B1F3-D936E901A06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2238719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3" name="Picture Placeholder 37">
            <a:extLst>
              <a:ext uri="{FF2B5EF4-FFF2-40B4-BE49-F238E27FC236}">
                <a16:creationId xmlns:a16="http://schemas.microsoft.com/office/drawing/2014/main" id="{38C4B822-49A7-D763-A0E2-06941FB7EC7B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4215566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4" name="Picture Placeholder 37">
            <a:extLst>
              <a:ext uri="{FF2B5EF4-FFF2-40B4-BE49-F238E27FC236}">
                <a16:creationId xmlns:a16="http://schemas.microsoft.com/office/drawing/2014/main" id="{EE78B8FA-38CD-6A74-F287-23B99C19D28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215565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5" name="Picture Placeholder 37">
            <a:extLst>
              <a:ext uri="{FF2B5EF4-FFF2-40B4-BE49-F238E27FC236}">
                <a16:creationId xmlns:a16="http://schemas.microsoft.com/office/drawing/2014/main" id="{FC58A15C-86A9-D30E-86F9-0A887A15CE2F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6183704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6" name="Picture Placeholder 37">
            <a:extLst>
              <a:ext uri="{FF2B5EF4-FFF2-40B4-BE49-F238E27FC236}">
                <a16:creationId xmlns:a16="http://schemas.microsoft.com/office/drawing/2014/main" id="{FBEAE4AC-500F-DB8F-ACAE-3B4BE055D106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6183703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7" name="Picture Placeholder 37">
            <a:extLst>
              <a:ext uri="{FF2B5EF4-FFF2-40B4-BE49-F238E27FC236}">
                <a16:creationId xmlns:a16="http://schemas.microsoft.com/office/drawing/2014/main" id="{D060D5A7-1166-B91F-26C8-563BE492F75B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8160549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8" name="Picture Placeholder 37">
            <a:extLst>
              <a:ext uri="{FF2B5EF4-FFF2-40B4-BE49-F238E27FC236}">
                <a16:creationId xmlns:a16="http://schemas.microsoft.com/office/drawing/2014/main" id="{6A05245A-1828-F958-4F9E-9F0FF8BE6B19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8160548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9" name="Picture Placeholder 37">
            <a:extLst>
              <a:ext uri="{FF2B5EF4-FFF2-40B4-BE49-F238E27FC236}">
                <a16:creationId xmlns:a16="http://schemas.microsoft.com/office/drawing/2014/main" id="{5F3748CC-92BE-FD2D-00A2-9387E18DAF0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0128687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0" name="Picture Placeholder 37">
            <a:extLst>
              <a:ext uri="{FF2B5EF4-FFF2-40B4-BE49-F238E27FC236}">
                <a16:creationId xmlns:a16="http://schemas.microsoft.com/office/drawing/2014/main" id="{F2107D47-45AD-80D4-2703-6E915ABE8A70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10128686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897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no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78" name="Text Placeholder 6">
            <a:extLst>
              <a:ext uri="{FF2B5EF4-FFF2-40B4-BE49-F238E27FC236}">
                <a16:creationId xmlns:a16="http://schemas.microsoft.com/office/drawing/2014/main" id="{1277F013-B8F3-1BE0-F9C5-8908972B674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70000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61774260-5B81-D923-DAD5-5FA55F5A539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70000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80" name="Text Placeholder 6">
            <a:extLst>
              <a:ext uri="{FF2B5EF4-FFF2-40B4-BE49-F238E27FC236}">
                <a16:creationId xmlns:a16="http://schemas.microsoft.com/office/drawing/2014/main" id="{C72942AE-DC24-A0D9-9EED-448963A64EA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640513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81" name="Text Placeholder 6">
            <a:extLst>
              <a:ext uri="{FF2B5EF4-FFF2-40B4-BE49-F238E27FC236}">
                <a16:creationId xmlns:a16="http://schemas.microsoft.com/office/drawing/2014/main" id="{8BFDF3E5-DF59-B13A-3DCF-C096CDCF5A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40513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82" name="Text Placeholder 6">
            <a:extLst>
              <a:ext uri="{FF2B5EF4-FFF2-40B4-BE49-F238E27FC236}">
                <a16:creationId xmlns:a16="http://schemas.microsoft.com/office/drawing/2014/main" id="{219EECE4-3296-3657-F13B-7123EB3EBA6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05537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83" name="Text Placeholder 6">
            <a:extLst>
              <a:ext uri="{FF2B5EF4-FFF2-40B4-BE49-F238E27FC236}">
                <a16:creationId xmlns:a16="http://schemas.microsoft.com/office/drawing/2014/main" id="{90A487B3-9DF2-E65C-A055-69790094170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005537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84" name="Text Placeholder 6">
            <a:extLst>
              <a:ext uri="{FF2B5EF4-FFF2-40B4-BE49-F238E27FC236}">
                <a16:creationId xmlns:a16="http://schemas.microsoft.com/office/drawing/2014/main" id="{A211F47F-0C97-DABE-283B-DAFD07A2D56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370561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85" name="Text Placeholder 6">
            <a:extLst>
              <a:ext uri="{FF2B5EF4-FFF2-40B4-BE49-F238E27FC236}">
                <a16:creationId xmlns:a16="http://schemas.microsoft.com/office/drawing/2014/main" id="{1C99EFBB-5B07-7175-947D-4F17C1B4111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370561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86" name="Text Placeholder 6">
            <a:extLst>
              <a:ext uri="{FF2B5EF4-FFF2-40B4-BE49-F238E27FC236}">
                <a16:creationId xmlns:a16="http://schemas.microsoft.com/office/drawing/2014/main" id="{A9D07A3D-1948-A08A-9AED-A4B4485AAD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735585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87" name="Text Placeholder 6">
            <a:extLst>
              <a:ext uri="{FF2B5EF4-FFF2-40B4-BE49-F238E27FC236}">
                <a16:creationId xmlns:a16="http://schemas.microsoft.com/office/drawing/2014/main" id="{ACD52943-F1EA-2ADD-A33D-98048CAF117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735585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95" name="Text Placeholder 6">
            <a:extLst>
              <a:ext uri="{FF2B5EF4-FFF2-40B4-BE49-F238E27FC236}">
                <a16:creationId xmlns:a16="http://schemas.microsoft.com/office/drawing/2014/main" id="{77DB851D-FF65-897F-78A7-BA9AFC2A7E8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005537" y="1834623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96" name="Text Placeholder 6">
            <a:extLst>
              <a:ext uri="{FF2B5EF4-FFF2-40B4-BE49-F238E27FC236}">
                <a16:creationId xmlns:a16="http://schemas.microsoft.com/office/drawing/2014/main" id="{0BC3F201-AEF8-CA66-B3A2-B1D1700A96D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005537" y="2089897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3976775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no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9E0E1B3-7E6B-BAA1-29E0-FD4D362AD39E}"/>
              </a:ext>
            </a:extLst>
          </p:cNvPr>
          <p:cNvCxnSpPr>
            <a:cxnSpLocks/>
          </p:cNvCxnSpPr>
          <p:nvPr userDrawn="1"/>
        </p:nvCxnSpPr>
        <p:spPr>
          <a:xfrm>
            <a:off x="287997" y="1737698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01204ED-08C5-B771-859F-4D8FD846817D}"/>
              </a:ext>
            </a:extLst>
          </p:cNvPr>
          <p:cNvCxnSpPr>
            <a:cxnSpLocks/>
          </p:cNvCxnSpPr>
          <p:nvPr userDrawn="1"/>
        </p:nvCxnSpPr>
        <p:spPr>
          <a:xfrm>
            <a:off x="8408893" y="1737698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8869892-4577-D96C-C96F-1FF1FEC7804D}"/>
              </a:ext>
            </a:extLst>
          </p:cNvPr>
          <p:cNvCxnSpPr>
            <a:cxnSpLocks/>
          </p:cNvCxnSpPr>
          <p:nvPr userDrawn="1"/>
        </p:nvCxnSpPr>
        <p:spPr>
          <a:xfrm>
            <a:off x="4348445" y="1737698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 Placeholder 6">
            <a:extLst>
              <a:ext uri="{FF2B5EF4-FFF2-40B4-BE49-F238E27FC236}">
                <a16:creationId xmlns:a16="http://schemas.microsoft.com/office/drawing/2014/main" id="{7F752640-2575-7951-6B0D-BBC063BB13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997" y="188812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08" name="Text Placeholder 6">
            <a:extLst>
              <a:ext uri="{FF2B5EF4-FFF2-40B4-BE49-F238E27FC236}">
                <a16:creationId xmlns:a16="http://schemas.microsoft.com/office/drawing/2014/main" id="{4026AA18-DD64-5474-A53C-D50568339A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997" y="213434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09" name="Text Placeholder 6">
            <a:extLst>
              <a:ext uri="{FF2B5EF4-FFF2-40B4-BE49-F238E27FC236}">
                <a16:creationId xmlns:a16="http://schemas.microsoft.com/office/drawing/2014/main" id="{E17BE17B-3AA3-71C9-5500-4DE85A80342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49009" y="188812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10" name="Text Placeholder 6">
            <a:extLst>
              <a:ext uri="{FF2B5EF4-FFF2-40B4-BE49-F238E27FC236}">
                <a16:creationId xmlns:a16="http://schemas.microsoft.com/office/drawing/2014/main" id="{BDB4962E-FDF1-52D0-3324-1157E6470B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49009" y="213434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11" name="Text Placeholder 6">
            <a:extLst>
              <a:ext uri="{FF2B5EF4-FFF2-40B4-BE49-F238E27FC236}">
                <a16:creationId xmlns:a16="http://schemas.microsoft.com/office/drawing/2014/main" id="{95FB6F9F-88C4-45EC-0D69-11017D2B54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10019" y="188812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12" name="Text Placeholder 6">
            <a:extLst>
              <a:ext uri="{FF2B5EF4-FFF2-40B4-BE49-F238E27FC236}">
                <a16:creationId xmlns:a16="http://schemas.microsoft.com/office/drawing/2014/main" id="{C4453A4D-77FC-6DE9-D4FE-3DF5FDCD5AB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10019" y="213434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8BBE055-4713-A989-405F-7511855A4561}"/>
              </a:ext>
            </a:extLst>
          </p:cNvPr>
          <p:cNvCxnSpPr>
            <a:cxnSpLocks/>
          </p:cNvCxnSpPr>
          <p:nvPr userDrawn="1"/>
        </p:nvCxnSpPr>
        <p:spPr>
          <a:xfrm>
            <a:off x="287997" y="2741745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8E8B6D6-C93A-07C4-EEFC-C4F181A0AC78}"/>
              </a:ext>
            </a:extLst>
          </p:cNvPr>
          <p:cNvCxnSpPr>
            <a:cxnSpLocks/>
          </p:cNvCxnSpPr>
          <p:nvPr userDrawn="1"/>
        </p:nvCxnSpPr>
        <p:spPr>
          <a:xfrm>
            <a:off x="8408893" y="2741745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1CE33A5-98A0-A611-3561-40A67833028A}"/>
              </a:ext>
            </a:extLst>
          </p:cNvPr>
          <p:cNvCxnSpPr>
            <a:cxnSpLocks/>
          </p:cNvCxnSpPr>
          <p:nvPr userDrawn="1"/>
        </p:nvCxnSpPr>
        <p:spPr>
          <a:xfrm>
            <a:off x="4348445" y="2741745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Text Placeholder 6">
            <a:extLst>
              <a:ext uri="{FF2B5EF4-FFF2-40B4-BE49-F238E27FC236}">
                <a16:creationId xmlns:a16="http://schemas.microsoft.com/office/drawing/2014/main" id="{1D68585C-FEB8-AFBF-CD4A-362168E16A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7997" y="2892172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23" name="Text Placeholder 6">
            <a:extLst>
              <a:ext uri="{FF2B5EF4-FFF2-40B4-BE49-F238E27FC236}">
                <a16:creationId xmlns:a16="http://schemas.microsoft.com/office/drawing/2014/main" id="{6555BE6C-3476-A41E-A46C-E2042BADD8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7997" y="3138393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24" name="Text Placeholder 6">
            <a:extLst>
              <a:ext uri="{FF2B5EF4-FFF2-40B4-BE49-F238E27FC236}">
                <a16:creationId xmlns:a16="http://schemas.microsoft.com/office/drawing/2014/main" id="{00D1FE43-CA88-59AC-B8A8-31DC19815A0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49009" y="2892172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25" name="Text Placeholder 6">
            <a:extLst>
              <a:ext uri="{FF2B5EF4-FFF2-40B4-BE49-F238E27FC236}">
                <a16:creationId xmlns:a16="http://schemas.microsoft.com/office/drawing/2014/main" id="{2A8DB1BF-D28F-D5AF-E58D-46F4DFD8A2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49009" y="3138393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26" name="Text Placeholder 6">
            <a:extLst>
              <a:ext uri="{FF2B5EF4-FFF2-40B4-BE49-F238E27FC236}">
                <a16:creationId xmlns:a16="http://schemas.microsoft.com/office/drawing/2014/main" id="{1F1AAFA6-72FC-E48B-FFF4-16019458E2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410019" y="2892172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27" name="Text Placeholder 6">
            <a:extLst>
              <a:ext uri="{FF2B5EF4-FFF2-40B4-BE49-F238E27FC236}">
                <a16:creationId xmlns:a16="http://schemas.microsoft.com/office/drawing/2014/main" id="{AA8D28BE-03E4-1BC2-6A1E-910037125F5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10019" y="3138393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23DDEDC-A659-3598-AEF8-79757C46721C}"/>
              </a:ext>
            </a:extLst>
          </p:cNvPr>
          <p:cNvCxnSpPr>
            <a:cxnSpLocks/>
          </p:cNvCxnSpPr>
          <p:nvPr userDrawn="1"/>
        </p:nvCxnSpPr>
        <p:spPr>
          <a:xfrm>
            <a:off x="287997" y="3745792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F01B855-5CCC-D868-F1C1-17E5D80C99AE}"/>
              </a:ext>
            </a:extLst>
          </p:cNvPr>
          <p:cNvCxnSpPr>
            <a:cxnSpLocks/>
          </p:cNvCxnSpPr>
          <p:nvPr userDrawn="1"/>
        </p:nvCxnSpPr>
        <p:spPr>
          <a:xfrm>
            <a:off x="8408893" y="3745792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95A7F52-39D6-3EB6-56CA-C9516A749201}"/>
              </a:ext>
            </a:extLst>
          </p:cNvPr>
          <p:cNvCxnSpPr>
            <a:cxnSpLocks/>
          </p:cNvCxnSpPr>
          <p:nvPr userDrawn="1"/>
        </p:nvCxnSpPr>
        <p:spPr>
          <a:xfrm>
            <a:off x="4348445" y="3745792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Text Placeholder 6">
            <a:extLst>
              <a:ext uri="{FF2B5EF4-FFF2-40B4-BE49-F238E27FC236}">
                <a16:creationId xmlns:a16="http://schemas.microsoft.com/office/drawing/2014/main" id="{6B9E953D-D176-9C30-ABFF-1B9A71C0D24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87997" y="389621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32" name="Text Placeholder 6">
            <a:extLst>
              <a:ext uri="{FF2B5EF4-FFF2-40B4-BE49-F238E27FC236}">
                <a16:creationId xmlns:a16="http://schemas.microsoft.com/office/drawing/2014/main" id="{E3074604-AD6F-77AA-2D6C-8F7ABB53431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7997" y="4142440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33" name="Text Placeholder 6">
            <a:extLst>
              <a:ext uri="{FF2B5EF4-FFF2-40B4-BE49-F238E27FC236}">
                <a16:creationId xmlns:a16="http://schemas.microsoft.com/office/drawing/2014/main" id="{34025179-F34E-138A-4FF7-9DBC795CD7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49009" y="389621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34" name="Text Placeholder 6">
            <a:extLst>
              <a:ext uri="{FF2B5EF4-FFF2-40B4-BE49-F238E27FC236}">
                <a16:creationId xmlns:a16="http://schemas.microsoft.com/office/drawing/2014/main" id="{3F410B1B-0FDF-EA22-4591-CBCB03189D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49009" y="4142440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35" name="Text Placeholder 6">
            <a:extLst>
              <a:ext uri="{FF2B5EF4-FFF2-40B4-BE49-F238E27FC236}">
                <a16:creationId xmlns:a16="http://schemas.microsoft.com/office/drawing/2014/main" id="{D64EDA61-881A-DAE4-E54F-2EB271FCBC9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10019" y="389621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36" name="Text Placeholder 6">
            <a:extLst>
              <a:ext uri="{FF2B5EF4-FFF2-40B4-BE49-F238E27FC236}">
                <a16:creationId xmlns:a16="http://schemas.microsoft.com/office/drawing/2014/main" id="{8961CF68-471D-035E-4F0D-B9F99FC4F8C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10019" y="4142440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B8C8353-EF5F-4C17-6553-D8A69D5A1925}"/>
              </a:ext>
            </a:extLst>
          </p:cNvPr>
          <p:cNvCxnSpPr>
            <a:cxnSpLocks/>
          </p:cNvCxnSpPr>
          <p:nvPr userDrawn="1"/>
        </p:nvCxnSpPr>
        <p:spPr>
          <a:xfrm>
            <a:off x="287997" y="4749839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4D53CBF-25C3-EF0B-5FFF-8C6218D043E8}"/>
              </a:ext>
            </a:extLst>
          </p:cNvPr>
          <p:cNvCxnSpPr>
            <a:cxnSpLocks/>
          </p:cNvCxnSpPr>
          <p:nvPr userDrawn="1"/>
        </p:nvCxnSpPr>
        <p:spPr>
          <a:xfrm>
            <a:off x="8408893" y="4749839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71AE49B-CA56-5C6B-1FC9-8300CE6897CF}"/>
              </a:ext>
            </a:extLst>
          </p:cNvPr>
          <p:cNvCxnSpPr>
            <a:cxnSpLocks/>
          </p:cNvCxnSpPr>
          <p:nvPr userDrawn="1"/>
        </p:nvCxnSpPr>
        <p:spPr>
          <a:xfrm>
            <a:off x="4348445" y="4749839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Text Placeholder 6">
            <a:extLst>
              <a:ext uri="{FF2B5EF4-FFF2-40B4-BE49-F238E27FC236}">
                <a16:creationId xmlns:a16="http://schemas.microsoft.com/office/drawing/2014/main" id="{AA740638-D1F2-1D99-DA0D-586E6B0A7C6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87997" y="490026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41" name="Text Placeholder 6">
            <a:extLst>
              <a:ext uri="{FF2B5EF4-FFF2-40B4-BE49-F238E27FC236}">
                <a16:creationId xmlns:a16="http://schemas.microsoft.com/office/drawing/2014/main" id="{D3FBF661-E52D-3624-4A98-223EFDA2B87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7997" y="5146487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42" name="Text Placeholder 6">
            <a:extLst>
              <a:ext uri="{FF2B5EF4-FFF2-40B4-BE49-F238E27FC236}">
                <a16:creationId xmlns:a16="http://schemas.microsoft.com/office/drawing/2014/main" id="{6BB65620-D458-D37D-400C-DFB25F5F05A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49009" y="490026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43" name="Text Placeholder 6">
            <a:extLst>
              <a:ext uri="{FF2B5EF4-FFF2-40B4-BE49-F238E27FC236}">
                <a16:creationId xmlns:a16="http://schemas.microsoft.com/office/drawing/2014/main" id="{7C2B2D83-B530-013B-BDFB-4F53D7424A9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349009" y="5146487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44" name="Text Placeholder 6">
            <a:extLst>
              <a:ext uri="{FF2B5EF4-FFF2-40B4-BE49-F238E27FC236}">
                <a16:creationId xmlns:a16="http://schemas.microsoft.com/office/drawing/2014/main" id="{D3CD08C0-F480-7058-29E4-188C24C64EC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10019" y="490026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45" name="Text Placeholder 6">
            <a:extLst>
              <a:ext uri="{FF2B5EF4-FFF2-40B4-BE49-F238E27FC236}">
                <a16:creationId xmlns:a16="http://schemas.microsoft.com/office/drawing/2014/main" id="{ED6C5A17-6390-82DD-A250-8B744FB52E4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410019" y="5146487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261409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81BB3A-CAA5-D14C-B295-45B9EF8FA8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54873" y="0"/>
            <a:ext cx="6134100" cy="68580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bject 4">
            <a:extLst>
              <a:ext uri="{FF2B5EF4-FFF2-40B4-BE49-F238E27FC236}">
                <a16:creationId xmlns:a16="http://schemas.microsoft.com/office/drawing/2014/main" id="{D02849B6-3800-9379-04F7-FE3AD6C68622}"/>
              </a:ext>
            </a:extLst>
          </p:cNvPr>
          <p:cNvSpPr txBox="1"/>
          <p:nvPr userDrawn="1"/>
        </p:nvSpPr>
        <p:spPr>
          <a:xfrm>
            <a:off x="263526" y="181798"/>
            <a:ext cx="2030831" cy="1759589"/>
          </a:xfrm>
          <a:prstGeom prst="rect">
            <a:avLst/>
          </a:prstGeom>
        </p:spPr>
        <p:txBody>
          <a:bodyPr vert="horz" wrap="square" lIns="0" tIns="36581" rIns="0" bIns="0" rtlCol="0">
            <a:spAutoFit/>
          </a:bodyPr>
          <a:lstStyle/>
          <a:p>
            <a:pPr marL="0">
              <a:spcBef>
                <a:spcPts val="288"/>
              </a:spcBef>
            </a:pPr>
            <a:r>
              <a:rPr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EMAIL</a:t>
            </a:r>
            <a:endParaRPr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06"/>
              </a:spcBef>
            </a:pPr>
            <a:endParaRPr lang="en-GB" sz="1577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1340"/>
              </a:spcBef>
            </a:pPr>
            <a:r>
              <a:rPr lang="en-GB"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PHONE</a:t>
            </a:r>
            <a:endParaRPr lang="en-GB"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09"/>
              </a:spcBef>
            </a:pPr>
            <a:endParaRPr sz="1577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1307"/>
              </a:spcBef>
            </a:pPr>
            <a:r>
              <a:rPr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WEBSITE</a:t>
            </a:r>
            <a:endParaRPr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40"/>
              </a:spcBef>
            </a:pPr>
            <a:r>
              <a:rPr lang="en-GB" sz="1600" b="0" i="0" spc="-6" dirty="0" err="1">
                <a:solidFill>
                  <a:schemeClr val="bg1"/>
                </a:solidFill>
                <a:latin typeface="Amina" pitchFamily="2" charset="77"/>
                <a:cs typeface="Arial"/>
              </a:rPr>
              <a:t>vgrouplimited.com</a:t>
            </a:r>
            <a:endParaRPr sz="16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7F1AA-4B17-E2CB-9BC3-3210DD920DEC}"/>
              </a:ext>
            </a:extLst>
          </p:cNvPr>
          <p:cNvSpPr txBox="1"/>
          <p:nvPr userDrawn="1"/>
        </p:nvSpPr>
        <p:spPr>
          <a:xfrm>
            <a:off x="3403205" y="-136740"/>
            <a:ext cx="7951365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0" spc="-390" baseline="0" dirty="0">
                <a:solidFill>
                  <a:schemeClr val="bg1"/>
                </a:solidFill>
              </a:rPr>
              <a:t>Thank you.</a:t>
            </a:r>
            <a:endParaRPr lang="en-GB" sz="12000" spc="-390" baseline="0">
              <a:solidFill>
                <a:schemeClr val="bg1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88B9453-ADA3-B8AC-8D1D-F4A92D8D4D0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63526" y="456991"/>
            <a:ext cx="2320117" cy="233910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600" b="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jane.doe@vgroup.com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0B739F3-7B34-F9FB-A5B1-CD4A42A8214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263525" y="1082234"/>
            <a:ext cx="2320117" cy="233910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600" b="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0824 723 5732</a:t>
            </a:r>
          </a:p>
        </p:txBody>
      </p:sp>
    </p:spTree>
    <p:extLst>
      <p:ext uri="{BB962C8B-B14F-4D97-AF65-F5344CB8AC3E}">
        <p14:creationId xmlns:p14="http://schemas.microsoft.com/office/powerpoint/2010/main" val="36570307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81BB3A-CAA5-D14C-B295-45B9EF8FA8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54873" y="0"/>
            <a:ext cx="61341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FCE60A-84C5-91B9-50CA-CA03FC1779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402" y="262255"/>
            <a:ext cx="1460550" cy="109329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bject 4">
            <a:extLst>
              <a:ext uri="{FF2B5EF4-FFF2-40B4-BE49-F238E27FC236}">
                <a16:creationId xmlns:a16="http://schemas.microsoft.com/office/drawing/2014/main" id="{D02849B6-3800-9379-04F7-FE3AD6C68622}"/>
              </a:ext>
            </a:extLst>
          </p:cNvPr>
          <p:cNvSpPr txBox="1"/>
          <p:nvPr userDrawn="1"/>
        </p:nvSpPr>
        <p:spPr>
          <a:xfrm>
            <a:off x="3427835" y="4887805"/>
            <a:ext cx="2030831" cy="1759589"/>
          </a:xfrm>
          <a:prstGeom prst="rect">
            <a:avLst/>
          </a:prstGeom>
        </p:spPr>
        <p:txBody>
          <a:bodyPr vert="horz" wrap="square" lIns="0" tIns="36581" rIns="0" bIns="0" rtlCol="0">
            <a:spAutoFit/>
          </a:bodyPr>
          <a:lstStyle/>
          <a:p>
            <a:pPr marL="0">
              <a:spcBef>
                <a:spcPts val="288"/>
              </a:spcBef>
            </a:pPr>
            <a:r>
              <a:rPr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EMAIL</a:t>
            </a:r>
            <a:endParaRPr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06"/>
              </a:spcBef>
            </a:pPr>
            <a:endParaRPr lang="en-GB" sz="1577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1340"/>
              </a:spcBef>
            </a:pPr>
            <a:r>
              <a:rPr lang="en-GB"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PHONE</a:t>
            </a:r>
            <a:endParaRPr lang="en-GB"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09"/>
              </a:spcBef>
            </a:pPr>
            <a:endParaRPr sz="1577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1307"/>
              </a:spcBef>
            </a:pPr>
            <a:r>
              <a:rPr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WEBSITE</a:t>
            </a:r>
            <a:endParaRPr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40"/>
              </a:spcBef>
            </a:pPr>
            <a:r>
              <a:rPr sz="16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v</a:t>
            </a:r>
            <a:r>
              <a:rPr lang="en-GB" sz="16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.</a:t>
            </a:r>
            <a:r>
              <a:rPr sz="16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group</a:t>
            </a:r>
            <a:endParaRPr sz="16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7F1AA-4B17-E2CB-9BC3-3210DD920DEC}"/>
              </a:ext>
            </a:extLst>
          </p:cNvPr>
          <p:cNvSpPr txBox="1"/>
          <p:nvPr userDrawn="1"/>
        </p:nvSpPr>
        <p:spPr>
          <a:xfrm>
            <a:off x="3403205" y="-136740"/>
            <a:ext cx="7951365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0" spc="-390" baseline="0" dirty="0">
                <a:solidFill>
                  <a:schemeClr val="bg1"/>
                </a:solidFill>
              </a:rPr>
              <a:t>Thank you.</a:t>
            </a:r>
            <a:endParaRPr lang="en-GB" sz="12000" spc="-390" baseline="0">
              <a:solidFill>
                <a:schemeClr val="bg1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88B9453-ADA3-B8AC-8D1D-F4A92D8D4D0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427835" y="5162998"/>
            <a:ext cx="2320117" cy="23391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600" b="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jane.doe@v.group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0B739F3-7B34-F9FB-A5B1-CD4A42A8214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427834" y="5788241"/>
            <a:ext cx="2320117" cy="23391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600" b="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0824 723 5732</a:t>
            </a:r>
          </a:p>
        </p:txBody>
      </p:sp>
    </p:spTree>
    <p:extLst>
      <p:ext uri="{BB962C8B-B14F-4D97-AF65-F5344CB8AC3E}">
        <p14:creationId xmlns:p14="http://schemas.microsoft.com/office/powerpoint/2010/main" val="3046173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07296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3AFAC-6E8B-D06D-ACF3-063435700B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pic>
        <p:nvPicPr>
          <p:cNvPr id="7" name="Picture 6" descr="Graphical user interface, text, website&#10;&#10;Description automatically generated">
            <a:extLst>
              <a:ext uri="{FF2B5EF4-FFF2-40B4-BE49-F238E27FC236}">
                <a16:creationId xmlns:a16="http://schemas.microsoft.com/office/drawing/2014/main" id="{C24726D5-8440-1F5E-ED8C-157A6CEB4B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50" y="31532"/>
            <a:ext cx="11874360" cy="6980454"/>
          </a:xfrm>
          <a:prstGeom prst="rect">
            <a:avLst/>
          </a:prstGeom>
        </p:spPr>
      </p:pic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A84DC135-AFDF-33AD-D3CE-8E8D03B1C9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393" y="2788987"/>
            <a:ext cx="2191657" cy="6278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C291C0-48F6-A2B2-0103-E470B22A21D7}"/>
              </a:ext>
            </a:extLst>
          </p:cNvPr>
          <p:cNvSpPr/>
          <p:nvPr userDrawn="1"/>
        </p:nvSpPr>
        <p:spPr>
          <a:xfrm>
            <a:off x="9366068" y="2690949"/>
            <a:ext cx="2571029" cy="10189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7140F7-4724-427D-9451-C5A6DDB5A86F}"/>
              </a:ext>
            </a:extLst>
          </p:cNvPr>
          <p:cNvGrpSpPr/>
          <p:nvPr userDrawn="1"/>
        </p:nvGrpSpPr>
        <p:grpSpPr>
          <a:xfrm>
            <a:off x="9559710" y="2781036"/>
            <a:ext cx="2017388" cy="635769"/>
            <a:chOff x="0" y="7040639"/>
            <a:chExt cx="3192909" cy="1006228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62DB936-5BB3-2966-31AE-A8E8AC985CB6}"/>
                </a:ext>
              </a:extLst>
            </p:cNvPr>
            <p:cNvSpPr/>
            <p:nvPr userDrawn="1"/>
          </p:nvSpPr>
          <p:spPr>
            <a:xfrm>
              <a:off x="368157" y="7040639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65F25F5-D284-7F71-3A6A-9A6D3CC5868A}"/>
                </a:ext>
              </a:extLst>
            </p:cNvPr>
            <p:cNvGrpSpPr/>
            <p:nvPr userDrawn="1"/>
          </p:nvGrpSpPr>
          <p:grpSpPr>
            <a:xfrm>
              <a:off x="1110094" y="7040639"/>
              <a:ext cx="288000" cy="1006228"/>
              <a:chOff x="736314" y="7040639"/>
              <a:chExt cx="288000" cy="1006228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E7F7EEB-62D2-29E6-FF59-6F7F8119AC16}"/>
                  </a:ext>
                </a:extLst>
              </p:cNvPr>
              <p:cNvSpPr/>
              <p:nvPr userDrawn="1"/>
            </p:nvSpPr>
            <p:spPr>
              <a:xfrm>
                <a:off x="736314" y="7040639"/>
                <a:ext cx="288000" cy="28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7F81344-57CC-C0D2-7076-D1F211FD71E9}"/>
                  </a:ext>
                </a:extLst>
              </p:cNvPr>
              <p:cNvSpPr/>
              <p:nvPr userDrawn="1"/>
            </p:nvSpPr>
            <p:spPr>
              <a:xfrm>
                <a:off x="736314" y="7401528"/>
                <a:ext cx="288000" cy="288000"/>
              </a:xfrm>
              <a:prstGeom prst="ellipse">
                <a:avLst/>
              </a:prstGeom>
              <a:solidFill>
                <a:srgbClr val="B9EE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343C073-ECD3-22A8-BABA-CA8FDACB03A3}"/>
                  </a:ext>
                </a:extLst>
              </p:cNvPr>
              <p:cNvSpPr/>
              <p:nvPr userDrawn="1"/>
            </p:nvSpPr>
            <p:spPr>
              <a:xfrm>
                <a:off x="736314" y="7758867"/>
                <a:ext cx="288000" cy="288000"/>
              </a:xfrm>
              <a:prstGeom prst="ellipse">
                <a:avLst/>
              </a:prstGeom>
              <a:solidFill>
                <a:srgbClr val="01684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BC728AE-1A87-83D5-F356-0D74EC617106}"/>
                </a:ext>
              </a:extLst>
            </p:cNvPr>
            <p:cNvSpPr/>
            <p:nvPr userDrawn="1"/>
          </p:nvSpPr>
          <p:spPr>
            <a:xfrm>
              <a:off x="744166" y="7040639"/>
              <a:ext cx="288000" cy="288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4DCC398-482E-818C-338C-34DEDF376C89}"/>
                </a:ext>
              </a:extLst>
            </p:cNvPr>
            <p:cNvSpPr/>
            <p:nvPr userDrawn="1"/>
          </p:nvSpPr>
          <p:spPr>
            <a:xfrm>
              <a:off x="744166" y="7401528"/>
              <a:ext cx="288000" cy="288000"/>
            </a:xfrm>
            <a:prstGeom prst="ellipse">
              <a:avLst/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5FCBB7D-B058-9FBE-3458-437226B3A073}"/>
                </a:ext>
              </a:extLst>
            </p:cNvPr>
            <p:cNvSpPr/>
            <p:nvPr userDrawn="1"/>
          </p:nvSpPr>
          <p:spPr>
            <a:xfrm>
              <a:off x="0" y="7040639"/>
              <a:ext cx="288000" cy="28800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8324156-A7E8-0187-860A-48C5E418D803}"/>
                </a:ext>
              </a:extLst>
            </p:cNvPr>
            <p:cNvGrpSpPr/>
            <p:nvPr userDrawn="1"/>
          </p:nvGrpSpPr>
          <p:grpSpPr>
            <a:xfrm>
              <a:off x="2556814" y="7040639"/>
              <a:ext cx="290276" cy="1006228"/>
              <a:chOff x="1470352" y="7040639"/>
              <a:chExt cx="290276" cy="1006228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A97877F-283C-556F-5CE4-2A5D2CC0D6A5}"/>
                  </a:ext>
                </a:extLst>
              </p:cNvPr>
              <p:cNvSpPr/>
              <p:nvPr userDrawn="1"/>
            </p:nvSpPr>
            <p:spPr>
              <a:xfrm>
                <a:off x="1472628" y="7040639"/>
                <a:ext cx="288000" cy="288000"/>
              </a:xfrm>
              <a:prstGeom prst="ellipse">
                <a:avLst/>
              </a:prstGeom>
              <a:solidFill>
                <a:srgbClr val="CCC3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B9EFBA3-7DE6-1982-0627-5437169C4EAF}"/>
                  </a:ext>
                </a:extLst>
              </p:cNvPr>
              <p:cNvSpPr/>
              <p:nvPr userDrawn="1"/>
            </p:nvSpPr>
            <p:spPr>
              <a:xfrm>
                <a:off x="1470352" y="7401528"/>
                <a:ext cx="288000" cy="288000"/>
              </a:xfrm>
              <a:prstGeom prst="ellipse">
                <a:avLst/>
              </a:prstGeom>
              <a:solidFill>
                <a:srgbClr val="E1DE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38EF51B8-D788-5FA6-E5A3-01679A9032AE}"/>
                  </a:ext>
                </a:extLst>
              </p:cNvPr>
              <p:cNvSpPr/>
              <p:nvPr userDrawn="1"/>
            </p:nvSpPr>
            <p:spPr>
              <a:xfrm>
                <a:off x="1470352" y="7758867"/>
                <a:ext cx="288000" cy="288000"/>
              </a:xfrm>
              <a:prstGeom prst="ellipse">
                <a:avLst/>
              </a:prstGeom>
              <a:solidFill>
                <a:srgbClr val="7569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8A29C0F-FFFD-E1BF-2937-49CFC6F9A22F}"/>
                </a:ext>
              </a:extLst>
            </p:cNvPr>
            <p:cNvGrpSpPr/>
            <p:nvPr userDrawn="1"/>
          </p:nvGrpSpPr>
          <p:grpSpPr>
            <a:xfrm>
              <a:off x="2210947" y="7040639"/>
              <a:ext cx="292505" cy="1006228"/>
              <a:chOff x="1478623" y="7040639"/>
              <a:chExt cx="292505" cy="1006228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B378251-5CCD-80BC-F731-C0FE4BBA5139}"/>
                  </a:ext>
                </a:extLst>
              </p:cNvPr>
              <p:cNvSpPr/>
              <p:nvPr userDrawn="1"/>
            </p:nvSpPr>
            <p:spPr>
              <a:xfrm>
                <a:off x="1483128" y="7040639"/>
                <a:ext cx="288000" cy="288000"/>
              </a:xfrm>
              <a:prstGeom prst="ellipse">
                <a:avLst/>
              </a:prstGeom>
              <a:solidFill>
                <a:srgbClr val="C0C8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92F7EAA-1F4A-860A-41E7-1C8C006F5923}"/>
                  </a:ext>
                </a:extLst>
              </p:cNvPr>
              <p:cNvSpPr/>
              <p:nvPr userDrawn="1"/>
            </p:nvSpPr>
            <p:spPr>
              <a:xfrm>
                <a:off x="1478623" y="7401528"/>
                <a:ext cx="288000" cy="288000"/>
              </a:xfrm>
              <a:prstGeom prst="ellipse">
                <a:avLst/>
              </a:prstGeom>
              <a:solidFill>
                <a:srgbClr val="DADD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606707C-5C38-ADBA-195D-2E629361F6C2}"/>
                  </a:ext>
                </a:extLst>
              </p:cNvPr>
              <p:cNvSpPr/>
              <p:nvPr userDrawn="1"/>
            </p:nvSpPr>
            <p:spPr>
              <a:xfrm>
                <a:off x="1478623" y="7758867"/>
                <a:ext cx="288000" cy="288000"/>
              </a:xfrm>
              <a:prstGeom prst="ellipse">
                <a:avLst/>
              </a:prstGeom>
              <a:solidFill>
                <a:srgbClr val="6175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33F98D8-26FC-D1A2-E2E0-BE90A5BA558D}"/>
                </a:ext>
              </a:extLst>
            </p:cNvPr>
            <p:cNvGrpSpPr/>
            <p:nvPr userDrawn="1"/>
          </p:nvGrpSpPr>
          <p:grpSpPr>
            <a:xfrm>
              <a:off x="1470352" y="7040639"/>
              <a:ext cx="288047" cy="1006228"/>
              <a:chOff x="2208895" y="7040639"/>
              <a:chExt cx="288047" cy="1006228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351DB09-DDA6-B4D5-D646-7D470C4CF17D}"/>
                  </a:ext>
                </a:extLst>
              </p:cNvPr>
              <p:cNvSpPr/>
              <p:nvPr userDrawn="1"/>
            </p:nvSpPr>
            <p:spPr>
              <a:xfrm>
                <a:off x="2208942" y="7040639"/>
                <a:ext cx="288000" cy="288000"/>
              </a:xfrm>
              <a:prstGeom prst="ellipse">
                <a:avLst/>
              </a:prstGeom>
              <a:solidFill>
                <a:srgbClr val="EF3F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90C75F0-BD1A-0FB4-C6AC-F8DF65C60E9A}"/>
                  </a:ext>
                </a:extLst>
              </p:cNvPr>
              <p:cNvSpPr/>
              <p:nvPr userDrawn="1"/>
            </p:nvSpPr>
            <p:spPr>
              <a:xfrm>
                <a:off x="2208895" y="7401528"/>
                <a:ext cx="288000" cy="288000"/>
              </a:xfrm>
              <a:prstGeom prst="ellipse">
                <a:avLst/>
              </a:prstGeom>
              <a:solidFill>
                <a:srgbClr val="EE95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14B31C6-CE67-97F5-0C57-CD220A3FF4E8}"/>
                  </a:ext>
                </a:extLst>
              </p:cNvPr>
              <p:cNvSpPr/>
              <p:nvPr userDrawn="1"/>
            </p:nvSpPr>
            <p:spPr>
              <a:xfrm>
                <a:off x="2208895" y="7758867"/>
                <a:ext cx="288000" cy="288000"/>
              </a:xfrm>
              <a:prstGeom prst="ellipse">
                <a:avLst/>
              </a:prstGeom>
              <a:solidFill>
                <a:srgbClr val="771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54A4218-F3C0-5CAE-9252-067FC61ADFAC}"/>
                </a:ext>
              </a:extLst>
            </p:cNvPr>
            <p:cNvGrpSpPr/>
            <p:nvPr userDrawn="1"/>
          </p:nvGrpSpPr>
          <p:grpSpPr>
            <a:xfrm>
              <a:off x="2900452" y="7040639"/>
              <a:ext cx="292457" cy="1006228"/>
              <a:chOff x="2925195" y="7040639"/>
              <a:chExt cx="292457" cy="1006228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C3D856F-6525-756F-8295-7B7882F35083}"/>
                  </a:ext>
                </a:extLst>
              </p:cNvPr>
              <p:cNvSpPr/>
              <p:nvPr userDrawn="1"/>
            </p:nvSpPr>
            <p:spPr>
              <a:xfrm>
                <a:off x="2929652" y="7040639"/>
                <a:ext cx="288000" cy="288000"/>
              </a:xfrm>
              <a:prstGeom prst="ellipse">
                <a:avLst/>
              </a:prstGeom>
              <a:solidFill>
                <a:srgbClr val="F095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55543FB-E943-AF98-94CF-520A3CAD7C72}"/>
                  </a:ext>
                </a:extLst>
              </p:cNvPr>
              <p:cNvSpPr/>
              <p:nvPr userDrawn="1"/>
            </p:nvSpPr>
            <p:spPr>
              <a:xfrm>
                <a:off x="2925195" y="7401528"/>
                <a:ext cx="288000" cy="288000"/>
              </a:xfrm>
              <a:prstGeom prst="ellipse">
                <a:avLst/>
              </a:prstGeom>
              <a:solidFill>
                <a:srgbClr val="F0C2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F8992BA-6850-D9F1-F3A7-8CA70E96937E}"/>
                  </a:ext>
                </a:extLst>
              </p:cNvPr>
              <p:cNvSpPr/>
              <p:nvPr userDrawn="1"/>
            </p:nvSpPr>
            <p:spPr>
              <a:xfrm>
                <a:off x="2925195" y="7758867"/>
                <a:ext cx="288000" cy="288000"/>
              </a:xfrm>
              <a:prstGeom prst="ellipse">
                <a:avLst/>
              </a:prstGeom>
              <a:solidFill>
                <a:srgbClr val="774D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EB462AE-CEAE-3BA4-6C35-BD329EC38E90}"/>
                </a:ext>
              </a:extLst>
            </p:cNvPr>
            <p:cNvGrpSpPr/>
            <p:nvPr userDrawn="1"/>
          </p:nvGrpSpPr>
          <p:grpSpPr>
            <a:xfrm>
              <a:off x="1838509" y="7040639"/>
              <a:ext cx="288000" cy="1006228"/>
              <a:chOff x="2577052" y="7040639"/>
              <a:chExt cx="288000" cy="1006228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B013BAB-5A94-AD08-A150-C07073763744}"/>
                  </a:ext>
                </a:extLst>
              </p:cNvPr>
              <p:cNvSpPr/>
              <p:nvPr userDrawn="1"/>
            </p:nvSpPr>
            <p:spPr>
              <a:xfrm>
                <a:off x="2577052" y="7040639"/>
                <a:ext cx="288000" cy="288000"/>
              </a:xfrm>
              <a:prstGeom prst="ellipse">
                <a:avLst/>
              </a:prstGeom>
              <a:solidFill>
                <a:srgbClr val="00B3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A9981893-C3DE-AFBE-7535-8836FE170D1D}"/>
                  </a:ext>
                </a:extLst>
              </p:cNvPr>
              <p:cNvSpPr/>
              <p:nvPr userDrawn="1"/>
            </p:nvSpPr>
            <p:spPr>
              <a:xfrm>
                <a:off x="2577052" y="7401528"/>
                <a:ext cx="288000" cy="288000"/>
              </a:xfrm>
              <a:prstGeom prst="ellipse">
                <a:avLst/>
              </a:prstGeom>
              <a:solidFill>
                <a:srgbClr val="77D7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B821C3A-C59F-C8E0-61EE-0D415CBD35B2}"/>
                  </a:ext>
                </a:extLst>
              </p:cNvPr>
              <p:cNvSpPr/>
              <p:nvPr userDrawn="1"/>
            </p:nvSpPr>
            <p:spPr>
              <a:xfrm>
                <a:off x="2577052" y="7758867"/>
                <a:ext cx="288000" cy="288000"/>
              </a:xfrm>
              <a:prstGeom prst="ellipse">
                <a:avLst/>
              </a:prstGeom>
              <a:solidFill>
                <a:srgbClr val="064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6836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8" name="Picture 7" descr="A green text on a black background&#10;&#10;AI-generated content may be incorrect.">
            <a:extLst>
              <a:ext uri="{FF2B5EF4-FFF2-40B4-BE49-F238E27FC236}">
                <a16:creationId xmlns:a16="http://schemas.microsoft.com/office/drawing/2014/main" id="{69389A20-446A-8846-D2B7-D4C3C6BFC8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5" t="17825" r="8920" b="15442"/>
          <a:stretch>
            <a:fillRect/>
          </a:stretch>
        </p:blipFill>
        <p:spPr>
          <a:xfrm>
            <a:off x="106532" y="887767"/>
            <a:ext cx="4696287" cy="21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0159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C602B89-C199-9001-8E1F-CC93A49928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401" y="254378"/>
            <a:ext cx="3519311" cy="26343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</p:spTree>
    <p:extLst>
      <p:ext uri="{BB962C8B-B14F-4D97-AF65-F5344CB8AC3E}">
        <p14:creationId xmlns:p14="http://schemas.microsoft.com/office/powerpoint/2010/main" val="5422077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6A459B-69DB-72CC-64AD-D8CD8F9D7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0AA75-7E06-0365-4C24-8BDC5967B4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00" y="3524900"/>
            <a:ext cx="9144000" cy="1661993"/>
          </a:xfrm>
        </p:spPr>
        <p:txBody>
          <a:bodyPr anchor="t" anchorCtr="0">
            <a:spAutoFit/>
          </a:bodyPr>
          <a:lstStyle>
            <a:lvl1pPr algn="l">
              <a:defRPr sz="6000" spc="-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goes here. Two lines maximum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8014B-36AD-F7B1-1733-3740D28CD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000" y="6431300"/>
            <a:ext cx="9144000" cy="252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Sub-heading goes here.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5B46-54CD-6CD1-0D43-95FDDB6B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8000" y="6431300"/>
            <a:ext cx="1080000" cy="216000"/>
          </a:xfrm>
        </p:spPr>
        <p:txBody>
          <a:bodyPr/>
          <a:lstStyle>
            <a:lvl1pPr algn="r"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r>
              <a:rPr lang="en-US" dirty="0"/>
              <a:t>Insert date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D1409B-06AB-31F9-FF1D-A0AA2F44059C}"/>
              </a:ext>
            </a:extLst>
          </p:cNvPr>
          <p:cNvCxnSpPr/>
          <p:nvPr userDrawn="1"/>
        </p:nvCxnSpPr>
        <p:spPr>
          <a:xfrm>
            <a:off x="0" y="33917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19E004-5E0A-01EC-212C-F80E8EB471A3}"/>
              </a:ext>
            </a:extLst>
          </p:cNvPr>
          <p:cNvCxnSpPr/>
          <p:nvPr userDrawn="1"/>
        </p:nvCxnSpPr>
        <p:spPr>
          <a:xfrm>
            <a:off x="0" y="5823038"/>
            <a:ext cx="121869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A4BF4E6-EE80-6554-A38E-06D396FD14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7084" y="5943420"/>
            <a:ext cx="4281487" cy="25199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accent1"/>
                </a:solidFill>
              </a:defRPr>
            </a:lvl1pPr>
            <a:lvl2pPr marL="0" indent="0">
              <a:buFontTx/>
              <a:buNone/>
              <a:defRPr>
                <a:solidFill>
                  <a:schemeClr val="accent1"/>
                </a:solidFill>
              </a:defRPr>
            </a:lvl2pPr>
            <a:lvl3pPr marL="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algn="r"/>
            <a:r>
              <a:rPr lang="en-GB" dirty="0">
                <a:solidFill>
                  <a:schemeClr val="accent1"/>
                </a:solidFill>
                <a:latin typeface="+mj-lt"/>
              </a:rPr>
              <a:t>Restrictions/notes go here e.g. Private Version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3D8CFD45-20BF-A008-4E34-9378DCD6CA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1936750"/>
            <a:ext cx="76327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1450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2454FADC-E997-BAB6-6FF7-654EEEBDF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847" y="225188"/>
            <a:ext cx="7772400" cy="6653893"/>
          </a:xfrm>
          <a:prstGeom prst="rect">
            <a:avLst/>
          </a:prstGeom>
        </p:spPr>
      </p:pic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82EA4B1-C3DD-8E4B-7D19-A60FCBC9E8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52437" y="8"/>
            <a:ext cx="1638300" cy="1079993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AA1EB7C4-E8DD-BCF1-FA19-F01C9B0117A5}"/>
              </a:ext>
            </a:extLst>
          </p:cNvPr>
          <p:cNvSpPr/>
          <p:nvPr/>
        </p:nvSpPr>
        <p:spPr>
          <a:xfrm>
            <a:off x="3177579" y="0"/>
            <a:ext cx="9014362" cy="6857615"/>
          </a:xfrm>
          <a:custGeom>
            <a:avLst/>
            <a:gdLst/>
            <a:ahLst/>
            <a:cxnLst/>
            <a:rect l="l" t="t" r="r" b="b"/>
            <a:pathLst>
              <a:path w="14865350" h="11308715">
                <a:moveTo>
                  <a:pt x="214653" y="4524469"/>
                </a:moveTo>
                <a:lnTo>
                  <a:pt x="14864741" y="4524469"/>
                </a:lnTo>
              </a:path>
              <a:path w="14865350" h="11308715">
                <a:moveTo>
                  <a:pt x="214653" y="6784086"/>
                </a:moveTo>
                <a:lnTo>
                  <a:pt x="14864741" y="6784086"/>
                </a:lnTo>
              </a:path>
              <a:path w="14865350" h="11308715">
                <a:moveTo>
                  <a:pt x="214653" y="9043703"/>
                </a:moveTo>
                <a:lnTo>
                  <a:pt x="14864741" y="9043703"/>
                </a:lnTo>
              </a:path>
              <a:path w="14865350" h="11308715">
                <a:moveTo>
                  <a:pt x="214653" y="2264852"/>
                </a:moveTo>
                <a:lnTo>
                  <a:pt x="14864741" y="2264852"/>
                </a:lnTo>
              </a:path>
              <a:path w="14865350" h="11308715">
                <a:moveTo>
                  <a:pt x="0" y="9258356"/>
                </a:moveTo>
                <a:lnTo>
                  <a:pt x="0" y="11308556"/>
                </a:lnTo>
              </a:path>
              <a:path w="14865350" h="11308715">
                <a:moveTo>
                  <a:pt x="0" y="6993504"/>
                </a:moveTo>
                <a:lnTo>
                  <a:pt x="0" y="8839521"/>
                </a:lnTo>
              </a:path>
              <a:path w="14865350" h="11308715">
                <a:moveTo>
                  <a:pt x="0" y="4733887"/>
                </a:moveTo>
                <a:lnTo>
                  <a:pt x="0" y="6574668"/>
                </a:lnTo>
              </a:path>
              <a:path w="14865350" h="11308715">
                <a:moveTo>
                  <a:pt x="0" y="2479505"/>
                </a:moveTo>
                <a:lnTo>
                  <a:pt x="0" y="4315051"/>
                </a:lnTo>
              </a:path>
              <a:path w="14865350" h="11308715">
                <a:moveTo>
                  <a:pt x="0" y="0"/>
                </a:moveTo>
                <a:lnTo>
                  <a:pt x="0" y="2060670"/>
                </a:lnTo>
              </a:path>
            </a:pathLst>
          </a:custGeom>
          <a:ln w="10470">
            <a:solidFill>
              <a:srgbClr val="CDD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C87406-757F-CED9-32EB-0EE6B4CDB1F4}"/>
              </a:ext>
            </a:extLst>
          </p:cNvPr>
          <p:cNvCxnSpPr/>
          <p:nvPr userDrawn="1"/>
        </p:nvCxnSpPr>
        <p:spPr>
          <a:xfrm flipV="1">
            <a:off x="3177579" y="2872033"/>
            <a:ext cx="0" cy="1080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5B034934-AEB8-EC27-E249-4BBFD1222F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26536" y="1"/>
            <a:ext cx="1935035" cy="1111662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6C7BBCD-E0E7-6ED9-B87A-E77AC1136110}"/>
              </a:ext>
            </a:extLst>
          </p:cNvPr>
          <p:cNvCxnSpPr/>
          <p:nvPr userDrawn="1"/>
        </p:nvCxnSpPr>
        <p:spPr>
          <a:xfrm flipV="1">
            <a:off x="3177579" y="5622878"/>
            <a:ext cx="0" cy="124959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2DB56222-4432-66D1-16F7-5EF781CAD5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D1A70D7C-1CE5-7E48-1E1D-FE169AAF33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2437" y="1378431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FFE6E3B-26F8-B56C-4240-FE4A88A89BE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26536" y="1378423"/>
            <a:ext cx="1935035" cy="112593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6774B8DE-B166-6E26-8485-2FAC54973A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437" y="2761224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C38162C9-9458-0008-CB1D-49B2028A58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26536" y="2761217"/>
            <a:ext cx="1935035" cy="112156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9AFCF29-0F9B-CC3A-BBD1-1ECCFFF4EB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52437" y="4139647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719DECAB-C82D-E6FF-D628-36084A88B1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6536" y="4139639"/>
            <a:ext cx="1935035" cy="1121565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BC97A69-7FE3-FAE3-0076-8B15A49F3F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52437" y="5496159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3A684512-8313-8AF4-2ABA-3DA13EFA1A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26536" y="5496151"/>
            <a:ext cx="1935035" cy="114347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C25BD5D-61E5-BF7A-3507-448A7CA193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27952" y="6827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471C436-0DB4-2AE3-2EA6-16112B0BED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02052" y="6819"/>
            <a:ext cx="1935046" cy="111166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0A7A234E-1457-4055-CA59-646B4E0575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27952" y="1378424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705EC96D-7F7C-467D-42E1-EE46FAC581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02052" y="1378416"/>
            <a:ext cx="1935046" cy="112594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FA303CF4-0419-21D2-B16D-AA3F6EED09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27952" y="2761217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6828CFA6-536A-C2CA-5502-67B17D93F4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02052" y="2761209"/>
            <a:ext cx="1935046" cy="1121569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02F8B299-C7C6-C67A-9CB7-8333D36B075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27952" y="4121624"/>
            <a:ext cx="1638300" cy="1079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3000"/>
              </a:lnSpc>
              <a:spcBef>
                <a:spcPts val="0"/>
              </a:spcBef>
              <a:buNone/>
              <a:defRPr sz="9700"/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C9096788-D4AE-E5B2-7966-AF7A36E3A8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02052" y="4121616"/>
            <a:ext cx="1935046" cy="113958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Section title</a:t>
            </a: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CB7F52AA-0E60-31C6-F0E6-CF04B68713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92990" y="244162"/>
            <a:ext cx="1618201" cy="3914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 sz="1200" b="0" i="0">
                <a:latin typeface="Amina Medium" pitchFamily="2" charset="77"/>
              </a:defRPr>
            </a:lvl2pPr>
            <a:lvl3pPr marL="0" indent="0">
              <a:buNone/>
              <a:defRPr sz="1200" b="0" i="0">
                <a:latin typeface="Amina Medium" pitchFamily="2" charset="77"/>
              </a:defRPr>
            </a:lvl3pPr>
            <a:lvl4pPr marL="0" indent="0">
              <a:buNone/>
              <a:defRPr sz="1200" b="0" i="0">
                <a:latin typeface="Amina Medium" pitchFamily="2" charset="77"/>
              </a:defRPr>
            </a:lvl4pPr>
            <a:lvl5pPr marL="0" indent="0">
              <a:buNone/>
              <a:defRPr sz="1200" b="0" i="0">
                <a:latin typeface="Amina Medium" pitchFamily="2" charset="77"/>
              </a:defRPr>
            </a:lvl5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8825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6A74D0-490E-F621-8409-62B377761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1769227"/>
            <a:ext cx="4166172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bg1"/>
                </a:solidFill>
              </a:defRPr>
            </a:lvl1pPr>
          </a:lstStyle>
          <a:p>
            <a:r>
              <a:rPr lang="en-US"/>
              <a:t>00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06529" y="5232469"/>
            <a:ext cx="576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cap="all" baseline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000954-EE9B-CE47-739B-DDA68B3030E1}"/>
              </a:ext>
            </a:extLst>
          </p:cNvPr>
          <p:cNvCxnSpPr/>
          <p:nvPr userDrawn="1"/>
        </p:nvCxnSpPr>
        <p:spPr>
          <a:xfrm flipV="1">
            <a:off x="4635799" y="-1"/>
            <a:ext cx="0" cy="4889165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F3718-06E9-9FA7-0F83-407013DEC1D9}"/>
              </a:ext>
            </a:extLst>
          </p:cNvPr>
          <p:cNvCxnSpPr>
            <a:cxnSpLocks/>
          </p:cNvCxnSpPr>
          <p:nvPr userDrawn="1"/>
        </p:nvCxnSpPr>
        <p:spPr>
          <a:xfrm flipV="1">
            <a:off x="4635799" y="5143139"/>
            <a:ext cx="0" cy="1714861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8AC5B-2950-4E7B-773C-7BEDAC37D2E1}"/>
              </a:ext>
            </a:extLst>
          </p:cNvPr>
          <p:cNvCxnSpPr>
            <a:cxnSpLocks/>
          </p:cNvCxnSpPr>
          <p:nvPr userDrawn="1"/>
        </p:nvCxnSpPr>
        <p:spPr>
          <a:xfrm>
            <a:off x="4762594" y="5012973"/>
            <a:ext cx="742940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BB4002-017F-1088-1FCD-8DDB6F917200}"/>
              </a:ext>
            </a:extLst>
          </p:cNvPr>
          <p:cNvCxnSpPr>
            <a:cxnSpLocks/>
          </p:cNvCxnSpPr>
          <p:nvPr userDrawn="1"/>
        </p:nvCxnSpPr>
        <p:spPr>
          <a:xfrm>
            <a:off x="0" y="5012973"/>
            <a:ext cx="44893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6000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FCE4D3E-B173-4450-7621-697EC87F3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89"/>
            <a:ext cx="6972618" cy="6856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2394" y="209770"/>
            <a:ext cx="4500592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bg1"/>
                </a:solidFill>
              </a:defRPr>
            </a:lvl1pPr>
          </a:lstStyle>
          <a:p>
            <a:r>
              <a:rPr lang="en-US"/>
              <a:t>00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835342" y="3673012"/>
            <a:ext cx="3478419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cap="all" baseline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000954-EE9B-CE47-739B-DDA68B3030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564612" y="0"/>
            <a:ext cx="0" cy="33297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F3718-06E9-9FA7-0F83-407013DEC1D9}"/>
              </a:ext>
            </a:extLst>
          </p:cNvPr>
          <p:cNvCxnSpPr>
            <a:cxnSpLocks/>
          </p:cNvCxnSpPr>
          <p:nvPr userDrawn="1"/>
        </p:nvCxnSpPr>
        <p:spPr>
          <a:xfrm flipV="1">
            <a:off x="7564612" y="3583682"/>
            <a:ext cx="0" cy="327431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8AC5B-2950-4E7B-773C-7BEDAC37D2E1}"/>
              </a:ext>
            </a:extLst>
          </p:cNvPr>
          <p:cNvCxnSpPr>
            <a:cxnSpLocks/>
          </p:cNvCxnSpPr>
          <p:nvPr userDrawn="1"/>
        </p:nvCxnSpPr>
        <p:spPr>
          <a:xfrm>
            <a:off x="7691407" y="3453516"/>
            <a:ext cx="450059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BB4002-017F-1088-1FCD-8DDB6F917200}"/>
              </a:ext>
            </a:extLst>
          </p:cNvPr>
          <p:cNvCxnSpPr>
            <a:cxnSpLocks/>
          </p:cNvCxnSpPr>
          <p:nvPr userDrawn="1"/>
        </p:nvCxnSpPr>
        <p:spPr>
          <a:xfrm>
            <a:off x="0" y="3453516"/>
            <a:ext cx="74181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298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A87895D-DA9C-A43F-C551-28FCF26F02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9" r="389"/>
          <a:stretch/>
        </p:blipFill>
        <p:spPr>
          <a:xfrm>
            <a:off x="0" y="0"/>
            <a:ext cx="30289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440" y="1531696"/>
            <a:ext cx="4433658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8454" y="1092580"/>
            <a:ext cx="3478419" cy="54000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0" i="0" cap="all" baseline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788647-8478-6447-567C-41D6063A9C7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1466888" y="1618469"/>
            <a:chExt cx="12192000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9000954-EE9B-CE47-739B-DDA68B3030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1618469"/>
              <a:ext cx="0" cy="1711238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0FF3718-06E9-9FA7-0F83-407013DEC1D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4892787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78AC5B-2950-4E7B-773C-7BEDAC37D2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596748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8BB4002-017F-1088-1FCD-8DDB6F9172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66888" y="3453516"/>
              <a:ext cx="5951267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990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D693D7-9DEF-8E2C-AE79-694A171EF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5851255" y="-2350789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2350789"/>
              <a:ext cx="0" cy="5680496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923529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103518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1255" y="3453516"/>
              <a:ext cx="15669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1756CE-D6DD-032E-B0EF-75DEA2CF31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8810" y="2808891"/>
            <a:ext cx="6123186" cy="278447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1800"/>
              </a:spcBef>
              <a:buNone/>
              <a:defRPr sz="6600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 header goes here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4FF1897-7EB7-A874-E804-F4C8B62154D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25380589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6A74D0-490E-F621-8409-62B377761A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1769227"/>
            <a:ext cx="4166172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06529" y="5232469"/>
            <a:ext cx="576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cap="all" baseline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000954-EE9B-CE47-739B-DDA68B3030E1}"/>
              </a:ext>
            </a:extLst>
          </p:cNvPr>
          <p:cNvCxnSpPr/>
          <p:nvPr userDrawn="1"/>
        </p:nvCxnSpPr>
        <p:spPr>
          <a:xfrm flipV="1">
            <a:off x="4635799" y="-1"/>
            <a:ext cx="0" cy="488916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F3718-06E9-9FA7-0F83-407013DEC1D9}"/>
              </a:ext>
            </a:extLst>
          </p:cNvPr>
          <p:cNvCxnSpPr>
            <a:cxnSpLocks/>
          </p:cNvCxnSpPr>
          <p:nvPr userDrawn="1"/>
        </p:nvCxnSpPr>
        <p:spPr>
          <a:xfrm flipV="1">
            <a:off x="4635799" y="5143139"/>
            <a:ext cx="0" cy="171486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8AC5B-2950-4E7B-773C-7BEDAC37D2E1}"/>
              </a:ext>
            </a:extLst>
          </p:cNvPr>
          <p:cNvCxnSpPr>
            <a:cxnSpLocks/>
          </p:cNvCxnSpPr>
          <p:nvPr userDrawn="1"/>
        </p:nvCxnSpPr>
        <p:spPr>
          <a:xfrm>
            <a:off x="4762594" y="5012973"/>
            <a:ext cx="742940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BB4002-017F-1088-1FCD-8DDB6F917200}"/>
              </a:ext>
            </a:extLst>
          </p:cNvPr>
          <p:cNvCxnSpPr>
            <a:cxnSpLocks/>
          </p:cNvCxnSpPr>
          <p:nvPr userDrawn="1"/>
        </p:nvCxnSpPr>
        <p:spPr>
          <a:xfrm>
            <a:off x="0" y="5012973"/>
            <a:ext cx="448934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48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FCE4D3E-B173-4450-7621-697EC87F3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89"/>
            <a:ext cx="6972618" cy="6856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2394" y="209770"/>
            <a:ext cx="4500592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835342" y="3673012"/>
            <a:ext cx="3478419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 cap="all" baseline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000954-EE9B-CE47-739B-DDA68B3030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564612" y="0"/>
            <a:ext cx="0" cy="3329707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F3718-06E9-9FA7-0F83-407013DEC1D9}"/>
              </a:ext>
            </a:extLst>
          </p:cNvPr>
          <p:cNvCxnSpPr>
            <a:cxnSpLocks/>
          </p:cNvCxnSpPr>
          <p:nvPr userDrawn="1"/>
        </p:nvCxnSpPr>
        <p:spPr>
          <a:xfrm flipV="1">
            <a:off x="7564612" y="3583682"/>
            <a:ext cx="0" cy="327431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8AC5B-2950-4E7B-773C-7BEDAC37D2E1}"/>
              </a:ext>
            </a:extLst>
          </p:cNvPr>
          <p:cNvCxnSpPr>
            <a:cxnSpLocks/>
          </p:cNvCxnSpPr>
          <p:nvPr userDrawn="1"/>
        </p:nvCxnSpPr>
        <p:spPr>
          <a:xfrm>
            <a:off x="7691407" y="3453516"/>
            <a:ext cx="450059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BB4002-017F-1088-1FCD-8DDB6F917200}"/>
              </a:ext>
            </a:extLst>
          </p:cNvPr>
          <p:cNvCxnSpPr>
            <a:cxnSpLocks/>
          </p:cNvCxnSpPr>
          <p:nvPr userDrawn="1"/>
        </p:nvCxnSpPr>
        <p:spPr>
          <a:xfrm>
            <a:off x="0" y="3453516"/>
            <a:ext cx="7418155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13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3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A87895D-DA9C-A43F-C551-28FCF26F02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9" r="389"/>
          <a:stretch/>
        </p:blipFill>
        <p:spPr>
          <a:xfrm>
            <a:off x="0" y="0"/>
            <a:ext cx="30289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F40B1-B3BF-EAA3-2A99-47350B647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440" y="1531696"/>
            <a:ext cx="4433658" cy="3794125"/>
          </a:xfrm>
        </p:spPr>
        <p:txBody>
          <a:bodyPr anchor="b"/>
          <a:lstStyle>
            <a:lvl1pPr algn="r">
              <a:lnSpc>
                <a:spcPct val="80000"/>
              </a:lnSpc>
              <a:defRPr sz="27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00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E85A9-1C57-3624-2AE2-3769ACCF95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8454" y="1092580"/>
            <a:ext cx="3478419" cy="540000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0" i="0" cap="all" baseline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CE7D-E5BF-EE39-6C4A-9A5F55256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788647-8478-6447-567C-41D6063A9C7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1466888" y="1618469"/>
            <a:chExt cx="12192000" cy="685800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9000954-EE9B-CE47-739B-DDA68B3030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1618469"/>
              <a:ext cx="0" cy="1711238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0FF3718-06E9-9FA7-0F83-407013DEC1D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4892787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78AC5B-2950-4E7B-773C-7BEDAC37D2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596748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8BB4002-017F-1088-1FCD-8DDB6F9172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66888" y="3453516"/>
              <a:ext cx="595126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52C364B2-F5C2-24BC-FD4A-A50DBB000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36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D693D7-9DEF-8E2C-AE79-694A171EF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5072934" y="0"/>
            <a:ext cx="7119066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1756CE-D6DD-032E-B0EF-75DEA2CF31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8810" y="2808891"/>
            <a:ext cx="6123186" cy="2784475"/>
          </a:xfrm>
        </p:spPr>
        <p:txBody>
          <a:bodyPr anchor="b" anchorCtr="0">
            <a:noAutofit/>
          </a:bodyPr>
          <a:lstStyle>
            <a:lvl1pPr marL="0" indent="0">
              <a:spcBef>
                <a:spcPts val="1800"/>
              </a:spcBef>
              <a:buNone/>
              <a:defRPr sz="660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Section header goes here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4FF1897-7EB7-A874-E804-F4C8B62154D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258532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page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4801549-794E-6BBE-72CD-3E68BD41073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5851255" y="-2350789"/>
            <a:chExt cx="12192000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51E4827-2979-500B-7997-12CBEACC5A0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2350789"/>
              <a:ext cx="0" cy="5680496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1D8F22-143B-B59D-F3B7-8F42D48ED1D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923529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8E456F3-DA3B-1CE9-6F17-E75364106B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1035184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9FC69C-C683-9B99-9D34-B1A61FDC620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1255" y="3453516"/>
              <a:ext cx="15669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9249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5851255" y="-2350789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2350789"/>
              <a:ext cx="0" cy="5680496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923529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1035184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51255" y="3453516"/>
              <a:ext cx="15669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1756CE-D6DD-032E-B0EF-75DEA2CF31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8810" y="2808891"/>
            <a:ext cx="6123186" cy="2784475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1800"/>
              </a:spcBef>
              <a:buNone/>
              <a:defRPr sz="30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4FF1897-7EB7-A874-E804-F4C8B62154D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122018036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– 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10157" y="-780433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780433"/>
              <a:ext cx="0" cy="41101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2493885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451075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157" y="3453516"/>
              <a:ext cx="74079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3E889-5F6C-68AE-26E9-6F57850E4F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276939"/>
            <a:ext cx="6123186" cy="2784475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1800"/>
              </a:spcBef>
              <a:buNone/>
              <a:defRPr sz="3000" spc="-50" baseline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51EBA40-FD28-1758-8014-BC54F80746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244111537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L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414716"/>
            <a:ext cx="11414528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31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text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9869902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69453CB-B797-3DC3-0DD4-60091DBF24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94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tex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411526"/>
            <a:ext cx="11614209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A13310-59C4-CB9C-CCDF-DE01B7583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39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9869902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A13310-59C4-CB9C-CCDF-DE01B7583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527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Light - 1 column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414716"/>
            <a:ext cx="11414528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 Light - 1 column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986990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69453CB-B797-3DC3-0DD4-60091DBF24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39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Dark - 1 column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411526"/>
            <a:ext cx="11614209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A13310-59C4-CB9C-CCDF-DE01B7583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21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 Dark - 1 column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986990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FA13310-59C4-CB9C-CCDF-DE01B7583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306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 –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E042A0A-8B61-D1D5-1B20-BC049F12B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1" r="161"/>
          <a:stretch/>
        </p:blipFill>
        <p:spPr>
          <a:xfrm>
            <a:off x="9348946" y="0"/>
            <a:ext cx="2844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F81543-106B-2906-2035-D2CF3BB1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000" y="252000"/>
            <a:ext cx="5760000" cy="221599"/>
          </a:xfrm>
        </p:spPr>
        <p:txBody>
          <a:bodyPr anchor="t" anchorCtr="0">
            <a:spAutoFit/>
          </a:bodyPr>
          <a:lstStyle>
            <a:lvl1pPr>
              <a:defRPr sz="16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10966-439C-5E15-CABC-CE7A3F8F0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56000" y="4453254"/>
            <a:ext cx="5760000" cy="2215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6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B2D1AA-19DF-A2E2-4658-1DDC31B83EB9}"/>
              </a:ext>
            </a:extLst>
          </p:cNvPr>
          <p:cNvGrpSpPr/>
          <p:nvPr userDrawn="1"/>
        </p:nvGrpSpPr>
        <p:grpSpPr>
          <a:xfrm>
            <a:off x="3183197" y="-11875"/>
            <a:ext cx="9008803" cy="6869875"/>
            <a:chOff x="7564612" y="-780433"/>
            <a:chExt cx="9008803" cy="686987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7D60D35-68C6-396A-62BA-6F27DFE5882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780433"/>
              <a:ext cx="0" cy="411014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3FA67A9-4E79-4429-55C1-66316373D1F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250576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BCC5DC-C405-E21A-06DE-99D8F4425E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888200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236664D2-A433-C663-BE3B-C70CB7F591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B3753DC-3052-776D-08A9-82770303E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56000" y="1090862"/>
            <a:ext cx="5759999" cy="2922338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0" indent="0">
              <a:buNone/>
              <a:defRPr sz="1800" spc="-30" baseline="0"/>
            </a:lvl1pPr>
            <a:lvl2pPr marL="0" indent="0">
              <a:lnSpc>
                <a:spcPct val="75000"/>
              </a:lnSpc>
              <a:buNone/>
              <a:defRPr sz="8700" spc="-200" baseline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366206D-A24C-751C-8485-7F843B675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000" y="4879975"/>
            <a:ext cx="5759450" cy="1839913"/>
          </a:xfrm>
          <a:prstGeom prst="rect">
            <a:avLst/>
          </a:prstGeom>
        </p:spPr>
        <p:txBody>
          <a:bodyPr/>
          <a:lstStyle>
            <a:lvl1pPr marL="144000" indent="-144000">
              <a:defRPr sz="1200" b="0" i="0">
                <a:latin typeface="Amina Medium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6019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>
          <p15:clr>
            <a:srgbClr val="FBAE40"/>
          </p15:clr>
        </p15:guide>
        <p15:guide id="2" pos="2162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1543-106B-2906-2035-D2CF3BB1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000" y="252000"/>
            <a:ext cx="5760000" cy="221599"/>
          </a:xfrm>
        </p:spPr>
        <p:txBody>
          <a:bodyPr anchor="t" anchorCtr="0">
            <a:spAutoFit/>
          </a:bodyPr>
          <a:lstStyle>
            <a:lvl1pPr>
              <a:defRPr sz="1600" b="0" i="0" cap="all" spc="-20" baseline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10966-439C-5E15-CABC-CE7A3F8F0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56000" y="4453254"/>
            <a:ext cx="5760000" cy="2215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600" b="0" i="0" cap="all" spc="-20" baseline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B2D1AA-19DF-A2E2-4658-1DDC31B83EB9}"/>
              </a:ext>
            </a:extLst>
          </p:cNvPr>
          <p:cNvGrpSpPr/>
          <p:nvPr userDrawn="1"/>
        </p:nvGrpSpPr>
        <p:grpSpPr>
          <a:xfrm>
            <a:off x="3183197" y="-11875"/>
            <a:ext cx="9008803" cy="6869875"/>
            <a:chOff x="7564612" y="-780433"/>
            <a:chExt cx="9008803" cy="686987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7D60D35-68C6-396A-62BA-6F27DFE5882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780433"/>
              <a:ext cx="0" cy="411014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3FA67A9-4E79-4429-55C1-66316373D1F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250576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BCC5DC-C405-E21A-06DE-99D8F4425E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88820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236664D2-A433-C663-BE3B-C70CB7F59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B3753DC-3052-776D-08A9-82770303E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56000" y="1090862"/>
            <a:ext cx="5759999" cy="2922338"/>
          </a:xfrm>
          <a:prstGeom prst="rect">
            <a:avLst/>
          </a:prstGeom>
        </p:spPr>
        <p:txBody>
          <a:bodyPr anchor="b" anchorCtr="0">
            <a:spAutoFit/>
          </a:bodyPr>
          <a:lstStyle>
            <a:lvl1pPr marL="0" indent="0">
              <a:buNone/>
              <a:defRPr sz="1800" spc="-30" baseline="0">
                <a:solidFill>
                  <a:schemeClr val="bg1"/>
                </a:solidFill>
              </a:defRPr>
            </a:lvl1pPr>
            <a:lvl2pPr marL="0" indent="0">
              <a:lnSpc>
                <a:spcPct val="75000"/>
              </a:lnSpc>
              <a:buNone/>
              <a:defRPr sz="8700" spc="-200" baseline="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366206D-A24C-751C-8485-7F843B675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000" y="4879975"/>
            <a:ext cx="5759450" cy="1839913"/>
          </a:xfrm>
          <a:prstGeom prst="rect">
            <a:avLst/>
          </a:prstGeom>
        </p:spPr>
        <p:txBody>
          <a:bodyPr/>
          <a:lstStyle>
            <a:lvl1pPr marL="144000" indent="-144000"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97EE6-333A-45D8-047A-045B05911F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5" r="465"/>
          <a:stretch/>
        </p:blipFill>
        <p:spPr>
          <a:xfrm>
            <a:off x="9363391" y="0"/>
            <a:ext cx="282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47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>
          <p15:clr>
            <a:srgbClr val="FBAE40"/>
          </p15:clr>
        </p15:guide>
        <p15:guide id="2" pos="216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3263A0F-9147-506F-A041-233CC04F20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16998" y="-12700"/>
            <a:ext cx="3175002" cy="68818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65506" y="216000"/>
            <a:ext cx="4372024" cy="6503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30352" y="25200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5BDC6D-2BC2-A7B7-B332-09470811052F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3145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394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3263A0F-9147-506F-A041-233CC04F20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16998" y="-12700"/>
            <a:ext cx="3175002" cy="68818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65506" y="216000"/>
            <a:ext cx="4372024" cy="6503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30352" y="25200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5BDC6D-2BC2-A7B7-B332-09470811052F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3145" y="-11875"/>
            <a:ext cx="0" cy="686987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073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76B14B2-C9D1-0BF1-75A9-47710C0CFC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953019"/>
            <a:ext cx="4131826" cy="290498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793987-6EF4-3333-CEE4-023CEAB2C033}"/>
              </a:ext>
            </a:extLst>
          </p:cNvPr>
          <p:cNvCxnSpPr>
            <a:cxnSpLocks/>
          </p:cNvCxnSpPr>
          <p:nvPr userDrawn="1"/>
        </p:nvCxnSpPr>
        <p:spPr>
          <a:xfrm flipV="1">
            <a:off x="2238367" y="-3179"/>
            <a:ext cx="0" cy="468459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281692-71BF-7D23-5DDF-D5AAB482CDD7}"/>
              </a:ext>
            </a:extLst>
          </p:cNvPr>
          <p:cNvCxnSpPr>
            <a:cxnSpLocks/>
          </p:cNvCxnSpPr>
          <p:nvPr userDrawn="1"/>
        </p:nvCxnSpPr>
        <p:spPr>
          <a:xfrm>
            <a:off x="-2" y="4762837"/>
            <a:ext cx="2146207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87E751A-B7DC-D143-E9AA-62FD137FDE47}"/>
              </a:ext>
            </a:extLst>
          </p:cNvPr>
          <p:cNvCxnSpPr>
            <a:cxnSpLocks/>
          </p:cNvCxnSpPr>
          <p:nvPr userDrawn="1"/>
        </p:nvCxnSpPr>
        <p:spPr>
          <a:xfrm>
            <a:off x="2314759" y="4759947"/>
            <a:ext cx="992651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AF6EEA-9DC1-FCAC-FB00-947BF120EC3F}"/>
              </a:ext>
            </a:extLst>
          </p:cNvPr>
          <p:cNvCxnSpPr>
            <a:cxnSpLocks/>
          </p:cNvCxnSpPr>
          <p:nvPr userDrawn="1"/>
        </p:nvCxnSpPr>
        <p:spPr>
          <a:xfrm flipV="1">
            <a:off x="2238367" y="4849526"/>
            <a:ext cx="0" cy="200847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7E51A493-0371-8A0E-F189-7A1EABECF13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526233" y="5096448"/>
            <a:ext cx="3683376" cy="166199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page title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552E1DFF-E1A0-46CD-2EB8-FA9D6B2ACC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26233" y="3036905"/>
            <a:ext cx="9050858" cy="1386540"/>
          </a:xfrm>
        </p:spPr>
        <p:txBody>
          <a:bodyPr anchor="b"/>
          <a:lstStyle>
            <a:lvl1pPr marL="0" indent="0" algn="l">
              <a:lnSpc>
                <a:spcPct val="85000"/>
              </a:lnSpc>
              <a:spcAft>
                <a:spcPts val="1200"/>
              </a:spcAft>
              <a:buNone/>
              <a:defRPr sz="4000" spc="-50" baseline="0">
                <a:solidFill>
                  <a:schemeClr val="tx1"/>
                </a:solidFill>
              </a:defRPr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Lorem ipsum dolor sit amet,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elit. Maecenas porttitor congue massa. Fusce posuere, magna sed pulvinar ultricies, purus lectus malesuada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endParaRPr lang="en-GB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35095214-2BA2-498A-3490-B1DAAE7913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DC6B40D-FE44-8B8B-8BFC-886C148658D4}"/>
              </a:ext>
            </a:extLst>
          </p:cNvPr>
          <p:cNvSpPr txBox="1">
            <a:spLocks/>
          </p:cNvSpPr>
          <p:nvPr userDrawn="1"/>
        </p:nvSpPr>
        <p:spPr>
          <a:xfrm>
            <a:off x="2349520" y="24063"/>
            <a:ext cx="9050858" cy="13865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40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mina" pitchFamily="2" charset="77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dirty="0">
                <a:solidFill>
                  <a:schemeClr val="tx2"/>
                </a:solidFill>
                <a:latin typeface="+mj-lt"/>
              </a:rPr>
              <a:t>“”</a:t>
            </a:r>
          </a:p>
        </p:txBody>
      </p:sp>
    </p:spTree>
    <p:extLst>
      <p:ext uri="{BB962C8B-B14F-4D97-AF65-F5344CB8AC3E}">
        <p14:creationId xmlns:p14="http://schemas.microsoft.com/office/powerpoint/2010/main" val="535891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2AB25440-68F9-C0E8-59AE-7B7A5E6D5E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" r="114"/>
          <a:stretch/>
        </p:blipFill>
        <p:spPr>
          <a:xfrm>
            <a:off x="0" y="3953019"/>
            <a:ext cx="4131826" cy="290498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793987-6EF4-3333-CEE4-023CEAB2C033}"/>
              </a:ext>
            </a:extLst>
          </p:cNvPr>
          <p:cNvCxnSpPr>
            <a:cxnSpLocks/>
          </p:cNvCxnSpPr>
          <p:nvPr userDrawn="1"/>
        </p:nvCxnSpPr>
        <p:spPr>
          <a:xfrm flipV="1">
            <a:off x="2238367" y="-3179"/>
            <a:ext cx="0" cy="468459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281692-71BF-7D23-5DDF-D5AAB482CDD7}"/>
              </a:ext>
            </a:extLst>
          </p:cNvPr>
          <p:cNvCxnSpPr>
            <a:cxnSpLocks/>
          </p:cNvCxnSpPr>
          <p:nvPr userDrawn="1"/>
        </p:nvCxnSpPr>
        <p:spPr>
          <a:xfrm>
            <a:off x="-2" y="4762837"/>
            <a:ext cx="2146207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87E751A-B7DC-D143-E9AA-62FD137FDE47}"/>
              </a:ext>
            </a:extLst>
          </p:cNvPr>
          <p:cNvCxnSpPr>
            <a:cxnSpLocks/>
          </p:cNvCxnSpPr>
          <p:nvPr userDrawn="1"/>
        </p:nvCxnSpPr>
        <p:spPr>
          <a:xfrm>
            <a:off x="2314759" y="4759947"/>
            <a:ext cx="992651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AF6EEA-9DC1-FCAC-FB00-947BF120EC3F}"/>
              </a:ext>
            </a:extLst>
          </p:cNvPr>
          <p:cNvCxnSpPr>
            <a:cxnSpLocks/>
          </p:cNvCxnSpPr>
          <p:nvPr userDrawn="1"/>
        </p:nvCxnSpPr>
        <p:spPr>
          <a:xfrm flipV="1">
            <a:off x="2238367" y="4849526"/>
            <a:ext cx="0" cy="200847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7E51A493-0371-8A0E-F189-7A1EABECF13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526233" y="5096448"/>
            <a:ext cx="3683376" cy="166199"/>
          </a:xfr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page title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552E1DFF-E1A0-46CD-2EB8-FA9D6B2ACC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26233" y="3036905"/>
            <a:ext cx="9050858" cy="1386540"/>
          </a:xfrm>
        </p:spPr>
        <p:txBody>
          <a:bodyPr anchor="b"/>
          <a:lstStyle>
            <a:lvl1pPr marL="0" indent="0" algn="l">
              <a:lnSpc>
                <a:spcPct val="85000"/>
              </a:lnSpc>
              <a:spcAft>
                <a:spcPts val="1200"/>
              </a:spcAft>
              <a:buNone/>
              <a:defRPr sz="4000" spc="-50" baseline="0">
                <a:solidFill>
                  <a:schemeClr val="tx1"/>
                </a:solidFill>
              </a:defRPr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Lorem ipsum dolor sit amet,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elit. Maecenas porttitor congue massa. Fusce posuere, magna sed pulvinar ultricies, purus lectus malesuada libero,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commodo</a:t>
            </a:r>
            <a:endParaRPr lang="en-GB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31D80AB-00C3-AF57-6A91-235DD3C190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C8E49-7294-2B40-1BF8-9C91133929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3F098-F1A7-31B5-9782-F9F9AE4AF4B8}"/>
              </a:ext>
            </a:extLst>
          </p:cNvPr>
          <p:cNvSpPr txBox="1">
            <a:spLocks/>
          </p:cNvSpPr>
          <p:nvPr userDrawn="1"/>
        </p:nvSpPr>
        <p:spPr>
          <a:xfrm>
            <a:off x="2349520" y="24063"/>
            <a:ext cx="9050858" cy="13865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40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mina" pitchFamily="2" charset="77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dirty="0">
                <a:solidFill>
                  <a:schemeClr val="accent1"/>
                </a:solidFill>
                <a:latin typeface="+mj-lt"/>
              </a:rPr>
              <a:t>“”</a:t>
            </a:r>
          </a:p>
        </p:txBody>
      </p:sp>
    </p:spTree>
    <p:extLst>
      <p:ext uri="{BB962C8B-B14F-4D97-AF65-F5344CB8AC3E}">
        <p14:creationId xmlns:p14="http://schemas.microsoft.com/office/powerpoint/2010/main" val="3444805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3AFAC-6E8B-D06D-ACF3-063435700B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21144" y="1411526"/>
            <a:ext cx="9881065" cy="4817824"/>
          </a:xfrm>
          <a:prstGeom prst="rect">
            <a:avLst/>
          </a:prstGeom>
        </p:spPr>
        <p:txBody>
          <a:bodyPr numCol="2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35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3AFAC-6E8B-D06D-ACF3-063435700B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7328" y="1891637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B7A41811-EB13-1EF8-9642-C6B72A5D5C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9719" y="1751486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70A6BC90-D17B-1725-0B19-A7A3F1E4D7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7853" y="2655083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202C4B7E-7C11-561D-9265-63C0A755C7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7853" y="3558680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29AE7098-1B99-F7F3-8921-C87123959A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7853" y="4462277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96422DF1-A2A9-75C6-72FB-8A6E3662E0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7853" y="5365875"/>
            <a:ext cx="660294" cy="702391"/>
          </a:xfrm>
          <a:prstGeom prst="rect">
            <a:avLst/>
          </a:prstGeom>
        </p:spPr>
        <p:txBody>
          <a:bodyPr numCol="2" spcCol="360000" anchor="ctr" anchorCtr="0"/>
          <a:lstStyle>
            <a:lvl1pPr marL="0" indent="0" algn="l">
              <a:buNone/>
              <a:defRPr sz="66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AC5ECDE6-7101-3B93-8FEB-20D9D0DB65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07328" y="2776453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95140519-B81F-7618-065E-09EBDA602A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07328" y="3680090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6A4E8BA5-3C86-505B-FDE6-AF0DC2E6A3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7328" y="4583727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42937E4-D032-428F-2B40-89055D0CB8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07328" y="5478336"/>
            <a:ext cx="9881065" cy="516731"/>
          </a:xfrm>
          <a:prstGeom prst="rect">
            <a:avLst/>
          </a:prstGeom>
        </p:spPr>
        <p:txBody>
          <a:bodyPr numCol="2" spcCol="360000" anchor="b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Click to add copy</a:t>
            </a:r>
          </a:p>
        </p:txBody>
      </p:sp>
    </p:spTree>
    <p:extLst>
      <p:ext uri="{BB962C8B-B14F-4D97-AF65-F5344CB8AC3E}">
        <p14:creationId xmlns:p14="http://schemas.microsoft.com/office/powerpoint/2010/main" val="3801123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F2F0B81-53BB-64B5-B386-3565831250F4}"/>
              </a:ext>
            </a:extLst>
          </p:cNvPr>
          <p:cNvSpPr/>
          <p:nvPr userDrawn="1"/>
        </p:nvSpPr>
        <p:spPr>
          <a:xfrm>
            <a:off x="-1" y="1246095"/>
            <a:ext cx="12192000" cy="56119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1519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4961702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2200" b="0" i="0" spc="-50" baseline="0"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three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7427" y="259542"/>
            <a:ext cx="4389671" cy="880497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ADD A SUBTITLE IN ALL CAPS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A27C69-3D02-14FA-5D00-3F061E56B1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4B2B7F3-C3DC-41FB-3DD1-E1D8B2E7F5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486" y="1530292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TITLE OF TABLE IN ALL CAPS 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401F53E0-B950-FE5D-5FED-C1C421CB25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485" y="1904948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Subtitle for table in italic 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CF3A54B3-6D70-46ED-92D1-4CEF07F077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000" y="6466997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3C180353-C897-79F4-4F4C-5C8CD9E892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79176" y="6466996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93D06364-56A8-6F60-BBE7-77147D4702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24866" y="6465145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6" name="Text Placeholder 27">
            <a:extLst>
              <a:ext uri="{FF2B5EF4-FFF2-40B4-BE49-F238E27FC236}">
                <a16:creationId xmlns:a16="http://schemas.microsoft.com/office/drawing/2014/main" id="{7739C6D1-BA1B-76B9-5619-701675ECEC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41528" y="6461546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1E81E2-5705-EFE6-E45C-94769DE4ACE2}"/>
              </a:ext>
            </a:extLst>
          </p:cNvPr>
          <p:cNvCxnSpPr>
            <a:cxnSpLocks/>
          </p:cNvCxnSpPr>
          <p:nvPr userDrawn="1"/>
        </p:nvCxnSpPr>
        <p:spPr>
          <a:xfrm flipV="1">
            <a:off x="7298169" y="7921"/>
            <a:ext cx="0" cy="11519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FF83B36C-CED3-07C9-CE36-A279463C4B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8161" y="6488344"/>
            <a:ext cx="6004609" cy="153656"/>
          </a:xfrm>
          <a:prstGeom prst="rect">
            <a:avLst/>
          </a:prstGeom>
        </p:spPr>
        <p:txBody>
          <a:bodyPr numCol="1" spcCol="360000"/>
          <a:lstStyle>
            <a:lvl1pPr marL="0" indent="0" algn="r">
              <a:buNone/>
              <a:defRPr sz="9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Source of the data </a:t>
            </a:r>
          </a:p>
        </p:txBody>
      </p:sp>
    </p:spTree>
    <p:extLst>
      <p:ext uri="{BB962C8B-B14F-4D97-AF65-F5344CB8AC3E}">
        <p14:creationId xmlns:p14="http://schemas.microsoft.com/office/powerpoint/2010/main" val="1531680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50/5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1519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4961702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2200" b="0" i="0" spc="-50" baseline="0"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three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7427" y="259542"/>
            <a:ext cx="4389671" cy="880497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ADD A SUBTITLE IN ALL CAPS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A27C69-3D02-14FA-5D00-3F061E56B1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1E81E2-5705-EFE6-E45C-94769DE4ACE2}"/>
              </a:ext>
            </a:extLst>
          </p:cNvPr>
          <p:cNvCxnSpPr>
            <a:cxnSpLocks/>
          </p:cNvCxnSpPr>
          <p:nvPr userDrawn="1"/>
        </p:nvCxnSpPr>
        <p:spPr>
          <a:xfrm flipV="1">
            <a:off x="7298169" y="7921"/>
            <a:ext cx="0" cy="11519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5C88C3F-FD81-8799-34A9-DADF678DC5E3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246095"/>
            <a:ext cx="5305324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67B2B5-E065-2242-48E0-9DB470E705D1}"/>
              </a:ext>
            </a:extLst>
          </p:cNvPr>
          <p:cNvCxnSpPr>
            <a:cxnSpLocks/>
          </p:cNvCxnSpPr>
          <p:nvPr userDrawn="1"/>
        </p:nvCxnSpPr>
        <p:spPr>
          <a:xfrm>
            <a:off x="0" y="1246095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066DA2-C6B5-A787-4976-2BD46636C238}"/>
              </a:ext>
            </a:extLst>
          </p:cNvPr>
          <p:cNvCxnSpPr>
            <a:cxnSpLocks/>
          </p:cNvCxnSpPr>
          <p:nvPr userDrawn="1"/>
        </p:nvCxnSpPr>
        <p:spPr>
          <a:xfrm>
            <a:off x="7435498" y="1248293"/>
            <a:ext cx="4756502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E389E4F-62EC-B0CF-C6E6-798BD863D939}"/>
              </a:ext>
            </a:extLst>
          </p:cNvPr>
          <p:cNvSpPr/>
          <p:nvPr userDrawn="1"/>
        </p:nvSpPr>
        <p:spPr>
          <a:xfrm>
            <a:off x="0" y="1246095"/>
            <a:ext cx="6095992" cy="56119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4B2B7F3-C3DC-41FB-3DD1-E1D8B2E7F5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486" y="1530292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TITLE OF TABLE IN ALL CAPS </a:t>
            </a:r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401F53E0-B950-FE5D-5FED-C1C421CB25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485" y="1904948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Subtitle for table in italic 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CF3A54B3-6D70-46ED-92D1-4CEF07F077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8000" y="6466997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3C180353-C897-79F4-4F4C-5C8CD9E892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79176" y="6466996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93D06364-56A8-6F60-BBE7-77147D4702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24866" y="6465145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6" name="Text Placeholder 27">
            <a:extLst>
              <a:ext uri="{FF2B5EF4-FFF2-40B4-BE49-F238E27FC236}">
                <a16:creationId xmlns:a16="http://schemas.microsoft.com/office/drawing/2014/main" id="{7739C6D1-BA1B-76B9-5619-701675ECEC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41528" y="6461546"/>
            <a:ext cx="972227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 u="none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Navigation 1</a:t>
            </a:r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208E1E1C-3242-93A6-0679-45CB8A981D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9478" y="1530292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TITLE OF TABLE IN ALL CAPS 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F3B141EF-83DE-7A57-E766-DCB32E1180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69477" y="1904948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Subtitle for table in italic 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788E0D78-0903-BD76-B24F-A28A2A8D53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9477" y="4002092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TITLE OF TABLE IN ALL CAPS 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A52B7161-77EB-BC6D-158D-2B267CD705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69476" y="4376748"/>
            <a:ext cx="4389671" cy="240291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Subtitle for table in italic 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DA6D024D-3C8B-6D6E-9654-319E869CB2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69476" y="6488344"/>
            <a:ext cx="4863294" cy="153632"/>
          </a:xfrm>
          <a:prstGeom prst="rect">
            <a:avLst/>
          </a:prstGeom>
        </p:spPr>
        <p:txBody>
          <a:bodyPr numCol="1" spcCol="360000"/>
          <a:lstStyle>
            <a:lvl1pPr marL="0" indent="0" algn="l">
              <a:buNone/>
              <a:defRPr sz="900" b="0" i="0" u="none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Source of the data </a:t>
            </a:r>
          </a:p>
        </p:txBody>
      </p:sp>
    </p:spTree>
    <p:extLst>
      <p:ext uri="{BB962C8B-B14F-4D97-AF65-F5344CB8AC3E}">
        <p14:creationId xmlns:p14="http://schemas.microsoft.com/office/powerpoint/2010/main" val="1565721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/45/45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29B43A-F4EE-D5CB-6027-C928C3FE2C4B}"/>
              </a:ext>
            </a:extLst>
          </p:cNvPr>
          <p:cNvSpPr/>
          <p:nvPr userDrawn="1"/>
        </p:nvSpPr>
        <p:spPr>
          <a:xfrm>
            <a:off x="6961874" y="1140042"/>
            <a:ext cx="5232000" cy="57179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93AFAC-6E8B-D06D-ACF3-063435700B1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8EF276C6-EB1C-A5AA-D1FD-046FD4CACE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4181" y="1411526"/>
            <a:ext cx="464184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AE934C-4210-B31A-AC88-04CBFE465F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8972" y="6332258"/>
            <a:ext cx="360000" cy="269478"/>
          </a:xfrm>
          <a:prstGeom prst="rect">
            <a:avLst/>
          </a:prstGeom>
        </p:spPr>
      </p:pic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5BAF1BDE-F4D6-EC32-5F7A-8C357237F6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56953" y="1411526"/>
            <a:ext cx="464184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8003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4181" y="216000"/>
            <a:ext cx="9869804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CBA5F59-CD7E-5599-8F26-5991CED44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89D4A2-3C56-AEC0-9C12-0F469B83EF47}"/>
              </a:ext>
            </a:extLst>
          </p:cNvPr>
          <p:cNvSpPr/>
          <p:nvPr userDrawn="1"/>
        </p:nvSpPr>
        <p:spPr>
          <a:xfrm>
            <a:off x="6096000" y="1140042"/>
            <a:ext cx="6093836" cy="57179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3D2910-E3DC-4E4D-C7D6-973680400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9498" y="6484658"/>
            <a:ext cx="360000" cy="269478"/>
          </a:xfrm>
          <a:prstGeom prst="rect">
            <a:avLst/>
          </a:prstGeom>
        </p:spPr>
      </p:pic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1D4CD3E-5610-6E8B-7805-4377C62670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6749" y="1411526"/>
            <a:ext cx="5522250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05FDB3F5-31CD-DA44-7D30-253E73046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1" y="1411526"/>
            <a:ext cx="5522250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100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/45/45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3FBB80-F352-002F-A38C-47C5F8782FE2}"/>
              </a:ext>
            </a:extLst>
          </p:cNvPr>
          <p:cNvSpPr/>
          <p:nvPr userDrawn="1"/>
        </p:nvSpPr>
        <p:spPr>
          <a:xfrm>
            <a:off x="6960000" y="1140042"/>
            <a:ext cx="5232000" cy="57179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32307" y="1411526"/>
            <a:ext cx="464184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E362C3-6E1E-D5BD-AA4D-5F9AA8BFB2AC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1270214"/>
            <a:ext cx="0" cy="558778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DBDD7F88-D8F6-6597-3034-BDC32D5AAC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62143" y="1411526"/>
            <a:ext cx="4641842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solidFill>
                  <a:schemeClr val="bg2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B9562F0-C413-2EFC-8CC7-15380819BB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57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6CD026-96EA-01F3-20FD-631158BDC83A}"/>
              </a:ext>
            </a:extLst>
          </p:cNvPr>
          <p:cNvCxnSpPr>
            <a:cxnSpLocks/>
          </p:cNvCxnSpPr>
          <p:nvPr userDrawn="1"/>
        </p:nvCxnSpPr>
        <p:spPr>
          <a:xfrm flipV="1">
            <a:off x="1746455" y="-11875"/>
            <a:ext cx="0" cy="102811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46077-AB90-9146-5653-C9837F419377}"/>
              </a:ext>
            </a:extLst>
          </p:cNvPr>
          <p:cNvCxnSpPr>
            <a:cxnSpLocks/>
          </p:cNvCxnSpPr>
          <p:nvPr userDrawn="1"/>
        </p:nvCxnSpPr>
        <p:spPr>
          <a:xfrm>
            <a:off x="1873250" y="1140048"/>
            <a:ext cx="1031875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1B2F2-C994-DBB3-78ED-07E3324D70D4}"/>
              </a:ext>
            </a:extLst>
          </p:cNvPr>
          <p:cNvCxnSpPr>
            <a:cxnSpLocks/>
          </p:cNvCxnSpPr>
          <p:nvPr userDrawn="1"/>
        </p:nvCxnSpPr>
        <p:spPr>
          <a:xfrm>
            <a:off x="0" y="1140048"/>
            <a:ext cx="159999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BA029559-A0B3-1E32-5E6D-A4782DD17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32307" y="216000"/>
            <a:ext cx="9871678" cy="9240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/>
            </a:lvl1pPr>
            <a:lvl2pPr>
              <a:lnSpc>
                <a:spcPct val="95000"/>
              </a:lnSpc>
              <a:defRPr b="0" i="0"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over two lines max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50199619-AEC2-B5A1-BDF5-C4887F8F8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1" y="1411526"/>
            <a:ext cx="5522250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A22898-EB50-7867-08BA-F02A349271F2}"/>
              </a:ext>
            </a:extLst>
          </p:cNvPr>
          <p:cNvSpPr/>
          <p:nvPr userDrawn="1"/>
        </p:nvSpPr>
        <p:spPr>
          <a:xfrm>
            <a:off x="6096000" y="1140042"/>
            <a:ext cx="6093836" cy="57179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5F79C6B7-2CF8-0A08-A4DB-D0D406D72A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6749" y="1411526"/>
            <a:ext cx="5522250" cy="4817824"/>
          </a:xfrm>
          <a:prstGeom prst="rect">
            <a:avLst/>
          </a:prstGeom>
        </p:spPr>
        <p:txBody>
          <a:bodyPr numCol="1" spcCol="360000"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97DA3FE-F5D2-2CE9-88E9-A45CD95D7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40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2502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 –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9999" y="2635200"/>
            <a:ext cx="494877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999" y="5026270"/>
            <a:ext cx="4948771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7998" y="2635200"/>
            <a:ext cx="494877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7999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47999" y="5026270"/>
            <a:ext cx="494877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BA53473-E67D-C383-AF7F-6E32178BD2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9A438AB-5960-7440-C53B-5F2FF98923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3052929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 –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9999" y="2635200"/>
            <a:ext cx="494877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999" y="5026270"/>
            <a:ext cx="4948771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7998" y="2635200"/>
            <a:ext cx="494877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7999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47999" y="5026270"/>
            <a:ext cx="494877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C53F6F6-46AC-CE5D-9814-2ECF9EFA5E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42143632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lumns –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3409902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999" y="5026270"/>
            <a:ext cx="3409901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59614" y="2635200"/>
            <a:ext cx="3409902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9614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9614" y="5026270"/>
            <a:ext cx="340990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0702CC-A003-6C8A-B1CA-CE9EAC4DCB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41007" y="2635200"/>
            <a:ext cx="340990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02914C35-E4D1-C83B-1D85-E0E28A71FD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1008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E4AAF54-0DC3-6647-1E69-860337E72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1008" y="5026270"/>
            <a:ext cx="340990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8CCEE7-E562-AC36-7F6D-F196E50717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7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lumns –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3409902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999" y="5026270"/>
            <a:ext cx="3409901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59614" y="2635200"/>
            <a:ext cx="3409902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9614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9614" y="5026270"/>
            <a:ext cx="340990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0702CC-A003-6C8A-B1CA-CE9EAC4DCB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41007" y="2635200"/>
            <a:ext cx="3409901" cy="78021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02914C35-E4D1-C83B-1D85-E0E28A71FD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1008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E4AAF54-0DC3-6647-1E69-860337E72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1008" y="5026270"/>
            <a:ext cx="3409900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79B094C-126B-7F6B-E18C-FDA3B26AA5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1013425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lumns –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8446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446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8446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0702CC-A003-6C8A-B1CA-CE9EAC4DCB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9074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02914C35-E4D1-C83B-1D85-E0E28A71FD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59074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E4AAF54-0DC3-6647-1E69-860337E72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9074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0B299E0-23C2-753B-6746-A943E76156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58138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F9F0ECDD-5B5E-E5D8-F2DA-1C6ABADCFC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8138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A3E5EF1-328D-FD5E-FA76-29CFDB302D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58138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89E6556-8A8F-53AB-DAE2-4942E65A6A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FD52856-EE57-C0F0-2690-2040BD2106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2179945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lumns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bg1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bg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23DF264-40C7-389D-BA00-78764D7145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8446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C9E4C45-953F-8CA8-D1B2-1138F1661F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446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28C9914-4031-5B0A-0277-117C38C8DB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8446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bg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0702CC-A003-6C8A-B1CA-CE9EAC4DCB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9074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02914C35-E4D1-C83B-1D85-E0E28A71FD5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59074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7E4AAF54-0DC3-6647-1E69-860337E72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9074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bg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0B299E0-23C2-753B-6746-A943E76156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58138" y="2635200"/>
            <a:ext cx="2700000" cy="78021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F9F0ECDD-5B5E-E5D8-F2DA-1C6ABADCFC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8138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2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A3E5EF1-328D-FD5E-FA76-29CFDB302D3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58138" y="5026270"/>
            <a:ext cx="2700000" cy="53245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bg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bg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E45948D-FF9F-E19A-8874-F800F90D458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3499606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ive Columns –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38BAFCF-D399-F667-B2A6-3B1D5240C1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97343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28802A6-3E96-C446-F8C0-C8928AA0C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97343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B7592C2-688F-F013-8620-6C774DBEE2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7343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905521E2-3262-8F6B-5835-5E061171A2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33857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49DBA8D0-76FE-74B0-403D-8A102E2755D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3857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C2844B9-9B5E-BEC0-221D-E507E8D73C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3857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CAEECB4-F72D-187E-8F2F-6B8005A529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61200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FEB791F8-9C26-208D-FE2F-0178E17811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612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570E461-2ED1-6DB1-F0A3-716EFEC1F6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61200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51A5CBE3-DB8F-9B5D-7BC1-D909F518D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88543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C4216A66-2E03-F2DE-E1F7-481CD80B4D3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88543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F8F6F7E4-7ADB-35FF-C818-E7AA16CEC2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88543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CF44937-A304-578B-30F0-635CEB9D86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3C3B013-4D87-BA44-5973-93930C3D54E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189075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ive Columns –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FF6F2-08FE-5F72-8235-33D6C9CC7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0000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92DBE8F-F4F6-5D24-7B98-08FADD5D0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00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038BAFCF-D399-F667-B2A6-3B1D5240C1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97343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28802A6-3E96-C446-F8C0-C8928AA0C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97343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B7592C2-688F-F013-8620-6C774DBEE2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7343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905521E2-3262-8F6B-5835-5E061171A2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33857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49DBA8D0-76FE-74B0-403D-8A102E2755D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3857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C2844B9-9B5E-BEC0-221D-E507E8D73C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3857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CAEECB4-F72D-187E-8F2F-6B8005A529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61200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FEB791F8-9C26-208D-FE2F-0178E17811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61200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570E461-2ED1-6DB1-F0A3-716EFEC1F6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61200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51A5CBE3-DB8F-9B5D-7BC1-D909F518D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88543" y="2635200"/>
            <a:ext cx="2131336" cy="11603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85000"/>
              </a:lnSpc>
              <a:spcAft>
                <a:spcPts val="1200"/>
              </a:spcAft>
              <a:buNone/>
              <a:defRPr sz="3000" spc="-50" baseline="0"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Title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C4216A66-2E03-F2DE-E1F7-481CD80B4D3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88543" y="1854222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tIns="3600" anchor="ctr"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F8F6F7E4-7ADB-35FF-C818-E7AA16CEC2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88543" y="5026270"/>
            <a:ext cx="2131336" cy="5324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Text goes here.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B3111DF-3AAC-D1FF-D2C5-4FC401D9D05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7999" y="252001"/>
            <a:ext cx="3609427" cy="1661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990876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A77E5C-92B3-BAD0-FF45-E9A1E5D75DB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7999" y="5292000"/>
            <a:ext cx="2320117" cy="17543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chart description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FE582BA-E197-C762-6D36-33CF5315A613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430351" y="216001"/>
            <a:ext cx="8560737" cy="5997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mina Medium" pitchFamily="2" charset="77"/>
              </a:defRPr>
            </a:lvl1pPr>
          </a:lstStyle>
          <a:p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0FCE60A-84C5-91B9-50CA-CA03FC1779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68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>
          <p15:clr>
            <a:srgbClr val="FBAE40"/>
          </p15:clr>
        </p15:guide>
        <p15:guide id="2" pos="2162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0" name="Graphic 2109">
            <a:extLst>
              <a:ext uri="{FF2B5EF4-FFF2-40B4-BE49-F238E27FC236}">
                <a16:creationId xmlns:a16="http://schemas.microsoft.com/office/drawing/2014/main" id="{15A1FE39-3AAA-38F8-C61C-0DD16E9EF8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14273" y="921314"/>
            <a:ext cx="12689964" cy="5415055"/>
          </a:xfrm>
          <a:prstGeom prst="rect">
            <a:avLst/>
          </a:prstGeom>
        </p:spPr>
      </p:pic>
      <p:pic>
        <p:nvPicPr>
          <p:cNvPr id="2109" name="Graphic 2108">
            <a:extLst>
              <a:ext uri="{FF2B5EF4-FFF2-40B4-BE49-F238E27FC236}">
                <a16:creationId xmlns:a16="http://schemas.microsoft.com/office/drawing/2014/main" id="{70D0AE5D-245D-0591-BF8A-F10E29E067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A77E5C-92B3-BAD0-FF45-E9A1E5D75DB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7999" y="5292000"/>
            <a:ext cx="2320117" cy="17543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200" b="0" i="0">
                <a:solidFill>
                  <a:schemeClr val="bg1"/>
                </a:solidFill>
                <a:latin typeface="Amina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chart description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0FCE60A-84C5-91B9-50CA-CA03FC1779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67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">
          <p15:clr>
            <a:srgbClr val="FBAE40"/>
          </p15:clr>
        </p15:guide>
        <p15:guide id="2" pos="2162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1AEA-00B0-966E-7BC3-D3F5DCB1B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217" y="1222552"/>
            <a:ext cx="6954459" cy="692497"/>
          </a:xfrm>
        </p:spPr>
        <p:txBody>
          <a:bodyPr wrap="square" anchor="t" anchorCtr="0">
            <a:spAutoFit/>
          </a:bodyPr>
          <a:lstStyle>
            <a:lvl1pPr>
              <a:lnSpc>
                <a:spcPct val="89000"/>
              </a:lnSpc>
              <a:spcBef>
                <a:spcPts val="1200"/>
              </a:spcBef>
              <a:defRPr sz="5000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statement text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460488" y="2402694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2402694"/>
              <a:ext cx="0" cy="927013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5677012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3040105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460488" y="3453516"/>
              <a:ext cx="8878643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2D524EF-5FD2-9E0B-6F32-8E0AADF168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196132638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1AEA-00B0-966E-7BC3-D3F5DCB1B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217" y="4203843"/>
            <a:ext cx="6954459" cy="692497"/>
          </a:xfrm>
        </p:spPr>
        <p:txBody>
          <a:bodyPr wrap="square" anchor="b" anchorCtr="0">
            <a:spAutoFit/>
          </a:bodyPr>
          <a:lstStyle>
            <a:lvl1pPr>
              <a:lnSpc>
                <a:spcPct val="89000"/>
              </a:lnSpc>
              <a:spcBef>
                <a:spcPts val="1200"/>
              </a:spcBef>
              <a:defRPr sz="5000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statement text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431855" y="-1566633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1566633"/>
              <a:ext cx="0" cy="48963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1707685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306873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431855" y="3453516"/>
              <a:ext cx="885001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89627B5-CF98-D01D-C4A6-29678CCD9FB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186747972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1AEA-00B0-966E-7BC3-D3F5DCB1B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217" y="884421"/>
            <a:ext cx="6954459" cy="692497"/>
          </a:xfrm>
        </p:spPr>
        <p:txBody>
          <a:bodyPr wrap="square" anchor="t" anchorCtr="0">
            <a:spAutoFit/>
          </a:bodyPr>
          <a:lstStyle>
            <a:lvl1pPr>
              <a:lnSpc>
                <a:spcPct val="89000"/>
              </a:lnSpc>
              <a:spcBef>
                <a:spcPts val="1200"/>
              </a:spcBef>
              <a:defRPr sz="5000" spc="-8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statement text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1B86F-2D6C-D393-B490-EF59EC5E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E5D587-F730-DAC8-8EE9-A10FBF7D3B8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431855" y="-1566633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958994A-4B7D-9170-3ACF-2ACDC461669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-1566633"/>
              <a:ext cx="0" cy="489634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0A1F4DB-E218-A466-9692-378073D9F7A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564612" y="3583682"/>
              <a:ext cx="0" cy="1707685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F007C66-AAC0-16B4-A046-471B0639DB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91407" y="3453516"/>
              <a:ext cx="306873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1772B3-647E-614B-5B76-1A017150BF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431855" y="3453516"/>
              <a:ext cx="885001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3D84CC3E-27C9-1C1E-F908-C10617F5D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89627B5-CF98-D01D-C4A6-29678CCD9FB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</p:spTree>
    <p:extLst>
      <p:ext uri="{BB962C8B-B14F-4D97-AF65-F5344CB8AC3E}">
        <p14:creationId xmlns:p14="http://schemas.microsoft.com/office/powerpoint/2010/main" val="42530255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B06C082-8D3F-DFAC-33B1-E1023189D4F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0000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966A078-2EB7-0DF5-D686-E24E36C9AE2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70000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FBDD73A1-D75E-A1F5-D608-366C18D4C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640513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4B3960CA-C270-8E92-111F-57F77E75169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0513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56E749E1-A234-11D5-E820-E444CEE470B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05537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166288C9-6154-BBE2-11AE-F4656F5ECE1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05537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9A34E66-D34F-F35C-F7A2-7F925525ED3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70561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2037E190-5AE8-4BA9-B962-9A84D761B1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70561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131D8D4B-1D13-8E85-CD7F-FF9172794E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35585" y="5372273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904A86A7-3D02-8E16-EC75-481BE01FEB1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735585" y="555839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69" name="Picture Placeholder 37">
            <a:extLst>
              <a:ext uri="{FF2B5EF4-FFF2-40B4-BE49-F238E27FC236}">
                <a16:creationId xmlns:a16="http://schemas.microsoft.com/office/drawing/2014/main" id="{271FC80A-FC7F-4FAE-C273-C50EA3115CC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270581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0" name="Picture Placeholder 37">
            <a:extLst>
              <a:ext uri="{FF2B5EF4-FFF2-40B4-BE49-F238E27FC236}">
                <a16:creationId xmlns:a16="http://schemas.microsoft.com/office/drawing/2014/main" id="{E9A93761-D33B-54AA-6786-9A5A2471927A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2648021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1" name="Picture Placeholder 37">
            <a:extLst>
              <a:ext uri="{FF2B5EF4-FFF2-40B4-BE49-F238E27FC236}">
                <a16:creationId xmlns:a16="http://schemas.microsoft.com/office/drawing/2014/main" id="{B7595DCA-2B80-851C-386F-93FB2175212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008044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2" name="Picture Placeholder 37">
            <a:extLst>
              <a:ext uri="{FF2B5EF4-FFF2-40B4-BE49-F238E27FC236}">
                <a16:creationId xmlns:a16="http://schemas.microsoft.com/office/drawing/2014/main" id="{C02FCF44-4A03-A5BA-7F6C-C95DF97AD02B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7368067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3" name="Picture Placeholder 37">
            <a:extLst>
              <a:ext uri="{FF2B5EF4-FFF2-40B4-BE49-F238E27FC236}">
                <a16:creationId xmlns:a16="http://schemas.microsoft.com/office/drawing/2014/main" id="{EA7B5389-6DCB-8CEB-06DC-640024EC95E8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9736799" y="4110446"/>
            <a:ext cx="2130755" cy="119737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F460D25-2476-3A9E-6938-D788C2561E4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005537" y="2930464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12A0633-6CD9-2E6A-5485-FF27EBC6234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005537" y="3116581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7" name="Picture Placeholder 37">
            <a:extLst>
              <a:ext uri="{FF2B5EF4-FFF2-40B4-BE49-F238E27FC236}">
                <a16:creationId xmlns:a16="http://schemas.microsoft.com/office/drawing/2014/main" id="{274F339C-9C81-7296-D45D-CF0B7F204D2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5013045" y="1670173"/>
            <a:ext cx="2130755" cy="11973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24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sp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034" y="333032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994F7B5-60F8-4F2C-BD1A-3A0D03AFFD4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1034" y="3516437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8DDE1B3-EC76-EEF1-813C-2B7D385A84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8765" y="333032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D3BB4AE6-9419-7DFB-A5BE-3FB286A667D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8765" y="3516437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188961CD-1B4A-13D6-23A3-6EC2BC04F7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56496" y="3330320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7F87FEC-B507-451D-7289-3A002B0B0C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56496" y="3516437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298093C-7561-166A-181C-7DA7F6531BA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1034" y="5772564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002FCCE-310A-484C-EC32-4851A148F09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1034" y="5958681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EA6B8B5-1A00-C584-17F0-5B1138645C5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58765" y="5772564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818550DD-939D-E682-BD73-8F277F8C985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58765" y="5958681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EF9CA45-8123-609C-1CF8-1FC19E3EC3D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56496" y="5772564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3913DF3B-B330-8F1B-7635-68A0A084B28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256496" y="5958681"/>
            <a:ext cx="2131336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9" name="Picture Placeholder 37">
            <a:extLst>
              <a:ext uri="{FF2B5EF4-FFF2-40B4-BE49-F238E27FC236}">
                <a16:creationId xmlns:a16="http://schemas.microsoft.com/office/drawing/2014/main" id="{526AEC8C-38BF-78FC-51E4-073F869765B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270580" y="14769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0" name="Picture Placeholder 37">
            <a:extLst>
              <a:ext uri="{FF2B5EF4-FFF2-40B4-BE49-F238E27FC236}">
                <a16:creationId xmlns:a16="http://schemas.microsoft.com/office/drawing/2014/main" id="{F48F36CA-13C3-C8B1-0622-4CD170A5981A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59106" y="14769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1" name="Picture Placeholder 37">
            <a:extLst>
              <a:ext uri="{FF2B5EF4-FFF2-40B4-BE49-F238E27FC236}">
                <a16:creationId xmlns:a16="http://schemas.microsoft.com/office/drawing/2014/main" id="{CDD5D294-7B7A-4707-D5C9-221ABC00E4B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65049" y="14769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2" name="Picture Placeholder 37">
            <a:extLst>
              <a:ext uri="{FF2B5EF4-FFF2-40B4-BE49-F238E27FC236}">
                <a16:creationId xmlns:a16="http://schemas.microsoft.com/office/drawing/2014/main" id="{5D8F0205-9AAA-D115-578B-0D5141364A0A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270580" y="39153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3" name="Picture Placeholder 37">
            <a:extLst>
              <a:ext uri="{FF2B5EF4-FFF2-40B4-BE49-F238E27FC236}">
                <a16:creationId xmlns:a16="http://schemas.microsoft.com/office/drawing/2014/main" id="{E2CF6E7F-D2B6-0FE7-C199-8909E254A667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259106" y="3915366"/>
            <a:ext cx="3664923" cy="17548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4" name="Picture Placeholder 37">
            <a:extLst>
              <a:ext uri="{FF2B5EF4-FFF2-40B4-BE49-F238E27FC236}">
                <a16:creationId xmlns:a16="http://schemas.microsoft.com/office/drawing/2014/main" id="{76029133-C380-BA9F-9FDD-1D9FF4597844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265049" y="3915366"/>
            <a:ext cx="3664923" cy="175481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86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no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994F7B5-60F8-4F2C-BD1A-3A0D03AFFD4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0000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59B5CF1-C17A-B47E-E887-DE5324C7C4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40513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F9D8D91-9078-DF94-BF40-B9C38F8EF32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40513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7E892BC-2F42-DD5D-A9C9-BF0ACB7D4F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05537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BBEDA23-F33A-ABA9-ABD0-87196CA1DE9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05537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16F9CD6E-7809-E0BC-7BC0-60BECCD9E67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70561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60738BD-2097-D4BD-9B9F-469829DE0A7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70561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B2D7981-5BB1-9182-A691-6D78EE987EE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35585" y="3184885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A1E1B651-AD15-04B5-8E53-4AAE80DA81D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35585" y="3371002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B06C082-8D3F-DFAC-33B1-E1023189D4F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0000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966A078-2EB7-0DF5-D686-E24E36C9AE2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70000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FBDD73A1-D75E-A1F5-D608-366C18D4C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640513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4B3960CA-C270-8E92-111F-57F77E75169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0513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56E749E1-A234-11D5-E820-E444CEE470B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005537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166288C9-6154-BBE2-11AE-F4656F5ECE1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005537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9A34E66-D34F-F35C-F7A2-7F925525ED3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70561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2037E190-5AE8-4BA9-B962-9A84D761B1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70561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131D8D4B-1D13-8E85-CD7F-FF9172794E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35585" y="5372273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904A86A7-3D02-8E16-EC75-481BE01FEB1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735585" y="5558390"/>
            <a:ext cx="2131336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9" name="Picture Placeholder 37">
            <a:extLst>
              <a:ext uri="{FF2B5EF4-FFF2-40B4-BE49-F238E27FC236}">
                <a16:creationId xmlns:a16="http://schemas.microsoft.com/office/drawing/2014/main" id="{11997636-562C-6C37-5DBE-35E72634DC57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270581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0" name="Picture Placeholder 37">
            <a:extLst>
              <a:ext uri="{FF2B5EF4-FFF2-40B4-BE49-F238E27FC236}">
                <a16:creationId xmlns:a16="http://schemas.microsoft.com/office/drawing/2014/main" id="{93C4AABA-B2E6-41B5-2110-55512B770F33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2648021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1" name="Picture Placeholder 37">
            <a:extLst>
              <a:ext uri="{FF2B5EF4-FFF2-40B4-BE49-F238E27FC236}">
                <a16:creationId xmlns:a16="http://schemas.microsoft.com/office/drawing/2014/main" id="{6C8C33CE-F235-05A4-1015-99B51525551F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008044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2" name="Picture Placeholder 37">
            <a:extLst>
              <a:ext uri="{FF2B5EF4-FFF2-40B4-BE49-F238E27FC236}">
                <a16:creationId xmlns:a16="http://schemas.microsoft.com/office/drawing/2014/main" id="{217D6C4D-3E00-4385-C1D1-D6A63642C9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368067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3" name="Picture Placeholder 37">
            <a:extLst>
              <a:ext uri="{FF2B5EF4-FFF2-40B4-BE49-F238E27FC236}">
                <a16:creationId xmlns:a16="http://schemas.microsoft.com/office/drawing/2014/main" id="{B0D52E2E-3819-1FE2-752B-7AA1BD73908A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9736799" y="1669084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9" name="Picture Placeholder 37">
            <a:extLst>
              <a:ext uri="{FF2B5EF4-FFF2-40B4-BE49-F238E27FC236}">
                <a16:creationId xmlns:a16="http://schemas.microsoft.com/office/drawing/2014/main" id="{271FC80A-FC7F-4FAE-C273-C50EA3115CC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270581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0" name="Picture Placeholder 37">
            <a:extLst>
              <a:ext uri="{FF2B5EF4-FFF2-40B4-BE49-F238E27FC236}">
                <a16:creationId xmlns:a16="http://schemas.microsoft.com/office/drawing/2014/main" id="{E9A93761-D33B-54AA-6786-9A5A2471927A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2648021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1" name="Picture Placeholder 37">
            <a:extLst>
              <a:ext uri="{FF2B5EF4-FFF2-40B4-BE49-F238E27FC236}">
                <a16:creationId xmlns:a16="http://schemas.microsoft.com/office/drawing/2014/main" id="{B7595DCA-2B80-851C-386F-93FB21752127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008044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2" name="Picture Placeholder 37">
            <a:extLst>
              <a:ext uri="{FF2B5EF4-FFF2-40B4-BE49-F238E27FC236}">
                <a16:creationId xmlns:a16="http://schemas.microsoft.com/office/drawing/2014/main" id="{C02FCF44-4A03-A5BA-7F6C-C95DF97AD02B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7368067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73" name="Picture Placeholder 37">
            <a:extLst>
              <a:ext uri="{FF2B5EF4-FFF2-40B4-BE49-F238E27FC236}">
                <a16:creationId xmlns:a16="http://schemas.microsoft.com/office/drawing/2014/main" id="{EA7B5389-6DCB-8CEB-06DC-640024EC95E8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9736799" y="3854936"/>
            <a:ext cx="2130755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17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no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614770C-0135-54A7-332D-C34AB5FC9E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000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994F7B5-60F8-4F2C-BD1A-3A0D03AFFD4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0000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9457E25-2963-4CA4-1195-0F7BC1AD3D6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33398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FAE557-1336-663F-9CE9-A7DDF3EDDE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33398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15C0720-4C7C-7213-EBE6-65122D9976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38361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A019BF0A-D677-E722-5766-A53CCC150AE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38361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3E6C0D04-19FB-E3F3-9CA1-BE724C57F51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06722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E18C32FA-79A2-63C4-A60E-3C04C791FF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06722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EF39172-7BD0-C006-E42B-BBDF53D2C7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84048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44B1EE3-91CA-2967-E304-A7972E582A6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84048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DC88BFA-5EA6-D7F8-4BD5-A462F424343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61374" y="3184885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C0A48492-7B9A-8CDC-464D-CB2EBEBEE51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61374" y="3369551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E612217B-B03C-7DDB-E078-9D5627AD668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70000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01CB4632-A79B-348C-EAF9-B4F81A741A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70000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76FE961F-1909-869F-A3EB-6EF93B72C6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33398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93A0368B-6FC2-3F7A-4A6C-C0EA6FF3B14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133398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FC8FE9C6-1676-8111-ADCB-7330130F7DD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38361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14ECF748-64F8-7AFD-9AE0-F80C60388FC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238361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60" name="Text Placeholder 6">
            <a:extLst>
              <a:ext uri="{FF2B5EF4-FFF2-40B4-BE49-F238E27FC236}">
                <a16:creationId xmlns:a16="http://schemas.microsoft.com/office/drawing/2014/main" id="{8ADF3A46-7319-2DB0-4A64-2E607B92EA4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06722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01AF9B6A-3461-C47F-1A83-DC2A8BD9CD0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06722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DCEB16C1-4E2C-234D-4609-A2BFF717B1D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84048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46EADB55-70A9-F05E-2979-DC61741E8B6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184048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66" name="Text Placeholder 6">
            <a:extLst>
              <a:ext uri="{FF2B5EF4-FFF2-40B4-BE49-F238E27FC236}">
                <a16:creationId xmlns:a16="http://schemas.microsoft.com/office/drawing/2014/main" id="{AC03E0FB-43C3-54FF-ADDA-B051799C7E4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61374" y="5372273"/>
            <a:ext cx="1715554" cy="184666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68" name="Text Placeholder 6">
            <a:extLst>
              <a:ext uri="{FF2B5EF4-FFF2-40B4-BE49-F238E27FC236}">
                <a16:creationId xmlns:a16="http://schemas.microsoft.com/office/drawing/2014/main" id="{E8B08699-D8B8-3B5F-16FD-577D123DB40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61374" y="5556939"/>
            <a:ext cx="1715554" cy="186117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2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79" name="Picture Placeholder 37">
            <a:extLst>
              <a:ext uri="{FF2B5EF4-FFF2-40B4-BE49-F238E27FC236}">
                <a16:creationId xmlns:a16="http://schemas.microsoft.com/office/drawing/2014/main" id="{D001ABBB-ED55-3DE7-E256-83063062C1B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270582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0" name="Picture Placeholder 37">
            <a:extLst>
              <a:ext uri="{FF2B5EF4-FFF2-40B4-BE49-F238E27FC236}">
                <a16:creationId xmlns:a16="http://schemas.microsoft.com/office/drawing/2014/main" id="{197E9E3A-1D29-40C3-10D6-58AB2A906579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270581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1" name="Picture Placeholder 37">
            <a:extLst>
              <a:ext uri="{FF2B5EF4-FFF2-40B4-BE49-F238E27FC236}">
                <a16:creationId xmlns:a16="http://schemas.microsoft.com/office/drawing/2014/main" id="{1CB5152D-8972-F32B-66E3-DD1C2264FEF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2238720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2" name="Picture Placeholder 37">
            <a:extLst>
              <a:ext uri="{FF2B5EF4-FFF2-40B4-BE49-F238E27FC236}">
                <a16:creationId xmlns:a16="http://schemas.microsoft.com/office/drawing/2014/main" id="{79705309-8309-E808-B1F3-D936E901A06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2238719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3" name="Picture Placeholder 37">
            <a:extLst>
              <a:ext uri="{FF2B5EF4-FFF2-40B4-BE49-F238E27FC236}">
                <a16:creationId xmlns:a16="http://schemas.microsoft.com/office/drawing/2014/main" id="{38C4B822-49A7-D763-A0E2-06941FB7EC7B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4215566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4" name="Picture Placeholder 37">
            <a:extLst>
              <a:ext uri="{FF2B5EF4-FFF2-40B4-BE49-F238E27FC236}">
                <a16:creationId xmlns:a16="http://schemas.microsoft.com/office/drawing/2014/main" id="{EE78B8FA-38CD-6A74-F287-23B99C19D28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215565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5" name="Picture Placeholder 37">
            <a:extLst>
              <a:ext uri="{FF2B5EF4-FFF2-40B4-BE49-F238E27FC236}">
                <a16:creationId xmlns:a16="http://schemas.microsoft.com/office/drawing/2014/main" id="{FC58A15C-86A9-D30E-86F9-0A887A15CE2F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6183704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6" name="Picture Placeholder 37">
            <a:extLst>
              <a:ext uri="{FF2B5EF4-FFF2-40B4-BE49-F238E27FC236}">
                <a16:creationId xmlns:a16="http://schemas.microsoft.com/office/drawing/2014/main" id="{FBEAE4AC-500F-DB8F-ACAE-3B4BE055D106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6183703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7" name="Picture Placeholder 37">
            <a:extLst>
              <a:ext uri="{FF2B5EF4-FFF2-40B4-BE49-F238E27FC236}">
                <a16:creationId xmlns:a16="http://schemas.microsoft.com/office/drawing/2014/main" id="{D060D5A7-1166-B91F-26C8-563BE492F75B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8160549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8" name="Picture Placeholder 37">
            <a:extLst>
              <a:ext uri="{FF2B5EF4-FFF2-40B4-BE49-F238E27FC236}">
                <a16:creationId xmlns:a16="http://schemas.microsoft.com/office/drawing/2014/main" id="{6A05245A-1828-F958-4F9E-9F0FF8BE6B19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8160548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89" name="Picture Placeholder 37">
            <a:extLst>
              <a:ext uri="{FF2B5EF4-FFF2-40B4-BE49-F238E27FC236}">
                <a16:creationId xmlns:a16="http://schemas.microsoft.com/office/drawing/2014/main" id="{5F3748CC-92BE-FD2D-00A2-9387E18DAF0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0128687" y="1669084"/>
            <a:ext cx="1706007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90" name="Picture Placeholder 37">
            <a:extLst>
              <a:ext uri="{FF2B5EF4-FFF2-40B4-BE49-F238E27FC236}">
                <a16:creationId xmlns:a16="http://schemas.microsoft.com/office/drawing/2014/main" id="{F2107D47-45AD-80D4-2703-6E915ABE8A70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10128686" y="3854936"/>
            <a:ext cx="1714973" cy="1452887"/>
          </a:xfrm>
        </p:spPr>
        <p:txBody>
          <a:bodyPr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976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no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no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sp>
        <p:nvSpPr>
          <p:cNvPr id="78" name="Text Placeholder 6">
            <a:extLst>
              <a:ext uri="{FF2B5EF4-FFF2-40B4-BE49-F238E27FC236}">
                <a16:creationId xmlns:a16="http://schemas.microsoft.com/office/drawing/2014/main" id="{1277F013-B8F3-1BE0-F9C5-8908972B674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70000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79" name="Text Placeholder 6">
            <a:extLst>
              <a:ext uri="{FF2B5EF4-FFF2-40B4-BE49-F238E27FC236}">
                <a16:creationId xmlns:a16="http://schemas.microsoft.com/office/drawing/2014/main" id="{61774260-5B81-D923-DAD5-5FA55F5A539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70000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80" name="Text Placeholder 6">
            <a:extLst>
              <a:ext uri="{FF2B5EF4-FFF2-40B4-BE49-F238E27FC236}">
                <a16:creationId xmlns:a16="http://schemas.microsoft.com/office/drawing/2014/main" id="{C72942AE-DC24-A0D9-9EED-448963A64EA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640513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81" name="Text Placeholder 6">
            <a:extLst>
              <a:ext uri="{FF2B5EF4-FFF2-40B4-BE49-F238E27FC236}">
                <a16:creationId xmlns:a16="http://schemas.microsoft.com/office/drawing/2014/main" id="{8BFDF3E5-DF59-B13A-3DCF-C096CDCF5A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40513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82" name="Text Placeholder 6">
            <a:extLst>
              <a:ext uri="{FF2B5EF4-FFF2-40B4-BE49-F238E27FC236}">
                <a16:creationId xmlns:a16="http://schemas.microsoft.com/office/drawing/2014/main" id="{219EECE4-3296-3657-F13B-7123EB3EBA6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05537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83" name="Text Placeholder 6">
            <a:extLst>
              <a:ext uri="{FF2B5EF4-FFF2-40B4-BE49-F238E27FC236}">
                <a16:creationId xmlns:a16="http://schemas.microsoft.com/office/drawing/2014/main" id="{90A487B3-9DF2-E65C-A055-69790094170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005537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84" name="Text Placeholder 6">
            <a:extLst>
              <a:ext uri="{FF2B5EF4-FFF2-40B4-BE49-F238E27FC236}">
                <a16:creationId xmlns:a16="http://schemas.microsoft.com/office/drawing/2014/main" id="{A211F47F-0C97-DABE-283B-DAFD07A2D56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370561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85" name="Text Placeholder 6">
            <a:extLst>
              <a:ext uri="{FF2B5EF4-FFF2-40B4-BE49-F238E27FC236}">
                <a16:creationId xmlns:a16="http://schemas.microsoft.com/office/drawing/2014/main" id="{1C99EFBB-5B07-7175-947D-4F17C1B4111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370561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86" name="Text Placeholder 6">
            <a:extLst>
              <a:ext uri="{FF2B5EF4-FFF2-40B4-BE49-F238E27FC236}">
                <a16:creationId xmlns:a16="http://schemas.microsoft.com/office/drawing/2014/main" id="{A9D07A3D-1948-A08A-9AED-A4B4485AAD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735585" y="383473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87" name="Text Placeholder 6">
            <a:extLst>
              <a:ext uri="{FF2B5EF4-FFF2-40B4-BE49-F238E27FC236}">
                <a16:creationId xmlns:a16="http://schemas.microsoft.com/office/drawing/2014/main" id="{ACD52943-F1EA-2ADD-A33D-98048CAF117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735585" y="409000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95" name="Text Placeholder 6">
            <a:extLst>
              <a:ext uri="{FF2B5EF4-FFF2-40B4-BE49-F238E27FC236}">
                <a16:creationId xmlns:a16="http://schemas.microsoft.com/office/drawing/2014/main" id="{77DB851D-FF65-897F-78A7-BA9AFC2A7E8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005537" y="1834623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96" name="Text Placeholder 6">
            <a:extLst>
              <a:ext uri="{FF2B5EF4-FFF2-40B4-BE49-F238E27FC236}">
                <a16:creationId xmlns:a16="http://schemas.microsoft.com/office/drawing/2014/main" id="{0BC3F201-AEF8-CA66-B3A2-B1D1700A96D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005537" y="2089897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1475856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7E9FD-AECA-FDD8-1092-B6A12AE3FCF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8000" y="252000"/>
            <a:ext cx="1440000" cy="166199"/>
          </a:xfrm>
        </p:spPr>
        <p:txBody>
          <a:bodyPr anchor="t" anchorCtr="0">
            <a:spAutoFit/>
          </a:bodyPr>
          <a:lstStyle>
            <a:lvl1pPr marL="0" indent="0">
              <a:buNone/>
              <a:defRPr sz="1200" b="0" i="0">
                <a:latin typeface="Amina Mediu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page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3042-3B3C-5EBF-4650-ABCF6A41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E246E-BCA5-4204-A61D-5C5CFB4DA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882374"/>
            <a:ext cx="5760000" cy="276999"/>
          </a:xfrm>
        </p:spPr>
        <p:txBody>
          <a:bodyPr anchor="t" anchorCtr="0">
            <a:noAutofit/>
          </a:bodyPr>
          <a:lstStyle>
            <a:lvl1pPr>
              <a:defRPr sz="2000" b="0" i="0" cap="all" spc="-20" baseline="0">
                <a:solidFill>
                  <a:schemeClr val="tx2"/>
                </a:solidFill>
                <a:latin typeface="Amina" pitchFamily="2" charset="77"/>
              </a:defRPr>
            </a:lvl1pPr>
          </a:lstStyle>
          <a:p>
            <a:r>
              <a:rPr lang="en-US" dirty="0"/>
              <a:t>MEET THE TEAM</a:t>
            </a:r>
            <a:endParaRPr lang="en-GB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949FF2-0206-2898-C0EF-31B4F4968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77098" y="6332258"/>
            <a:ext cx="360000" cy="269478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9E0E1B3-7E6B-BAA1-29E0-FD4D362AD39E}"/>
              </a:ext>
            </a:extLst>
          </p:cNvPr>
          <p:cNvCxnSpPr>
            <a:cxnSpLocks/>
          </p:cNvCxnSpPr>
          <p:nvPr userDrawn="1"/>
        </p:nvCxnSpPr>
        <p:spPr>
          <a:xfrm>
            <a:off x="287997" y="1737698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01204ED-08C5-B771-859F-4D8FD846817D}"/>
              </a:ext>
            </a:extLst>
          </p:cNvPr>
          <p:cNvCxnSpPr>
            <a:cxnSpLocks/>
          </p:cNvCxnSpPr>
          <p:nvPr userDrawn="1"/>
        </p:nvCxnSpPr>
        <p:spPr>
          <a:xfrm>
            <a:off x="8408893" y="1737698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8869892-4577-D96C-C96F-1FF1FEC7804D}"/>
              </a:ext>
            </a:extLst>
          </p:cNvPr>
          <p:cNvCxnSpPr>
            <a:cxnSpLocks/>
          </p:cNvCxnSpPr>
          <p:nvPr userDrawn="1"/>
        </p:nvCxnSpPr>
        <p:spPr>
          <a:xfrm>
            <a:off x="4348445" y="1737698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Text Placeholder 6">
            <a:extLst>
              <a:ext uri="{FF2B5EF4-FFF2-40B4-BE49-F238E27FC236}">
                <a16:creationId xmlns:a16="http://schemas.microsoft.com/office/drawing/2014/main" id="{7F752640-2575-7951-6B0D-BBC063BB13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997" y="188812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08" name="Text Placeholder 6">
            <a:extLst>
              <a:ext uri="{FF2B5EF4-FFF2-40B4-BE49-F238E27FC236}">
                <a16:creationId xmlns:a16="http://schemas.microsoft.com/office/drawing/2014/main" id="{4026AA18-DD64-5474-A53C-D50568339A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997" y="213434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09" name="Text Placeholder 6">
            <a:extLst>
              <a:ext uri="{FF2B5EF4-FFF2-40B4-BE49-F238E27FC236}">
                <a16:creationId xmlns:a16="http://schemas.microsoft.com/office/drawing/2014/main" id="{E17BE17B-3AA3-71C9-5500-4DE85A80342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49009" y="188812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10" name="Text Placeholder 6">
            <a:extLst>
              <a:ext uri="{FF2B5EF4-FFF2-40B4-BE49-F238E27FC236}">
                <a16:creationId xmlns:a16="http://schemas.microsoft.com/office/drawing/2014/main" id="{BDB4962E-FDF1-52D0-3324-1157E6470B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49009" y="213434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11" name="Text Placeholder 6">
            <a:extLst>
              <a:ext uri="{FF2B5EF4-FFF2-40B4-BE49-F238E27FC236}">
                <a16:creationId xmlns:a16="http://schemas.microsoft.com/office/drawing/2014/main" id="{95FB6F9F-88C4-45EC-0D69-11017D2B54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10019" y="1888125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12" name="Text Placeholder 6">
            <a:extLst>
              <a:ext uri="{FF2B5EF4-FFF2-40B4-BE49-F238E27FC236}">
                <a16:creationId xmlns:a16="http://schemas.microsoft.com/office/drawing/2014/main" id="{C4453A4D-77FC-6DE9-D4FE-3DF5FDCD5AB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10019" y="213434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8BBE055-4713-A989-405F-7511855A4561}"/>
              </a:ext>
            </a:extLst>
          </p:cNvPr>
          <p:cNvCxnSpPr>
            <a:cxnSpLocks/>
          </p:cNvCxnSpPr>
          <p:nvPr userDrawn="1"/>
        </p:nvCxnSpPr>
        <p:spPr>
          <a:xfrm>
            <a:off x="287997" y="2741745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8E8B6D6-C93A-07C4-EEFC-C4F181A0AC78}"/>
              </a:ext>
            </a:extLst>
          </p:cNvPr>
          <p:cNvCxnSpPr>
            <a:cxnSpLocks/>
          </p:cNvCxnSpPr>
          <p:nvPr userDrawn="1"/>
        </p:nvCxnSpPr>
        <p:spPr>
          <a:xfrm>
            <a:off x="8408893" y="2741745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1CE33A5-98A0-A611-3561-40A67833028A}"/>
              </a:ext>
            </a:extLst>
          </p:cNvPr>
          <p:cNvCxnSpPr>
            <a:cxnSpLocks/>
          </p:cNvCxnSpPr>
          <p:nvPr userDrawn="1"/>
        </p:nvCxnSpPr>
        <p:spPr>
          <a:xfrm>
            <a:off x="4348445" y="2741745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Text Placeholder 6">
            <a:extLst>
              <a:ext uri="{FF2B5EF4-FFF2-40B4-BE49-F238E27FC236}">
                <a16:creationId xmlns:a16="http://schemas.microsoft.com/office/drawing/2014/main" id="{1D68585C-FEB8-AFBF-CD4A-362168E16A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7997" y="2892172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23" name="Text Placeholder 6">
            <a:extLst>
              <a:ext uri="{FF2B5EF4-FFF2-40B4-BE49-F238E27FC236}">
                <a16:creationId xmlns:a16="http://schemas.microsoft.com/office/drawing/2014/main" id="{6555BE6C-3476-A41E-A46C-E2042BADD8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7997" y="3138393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24" name="Text Placeholder 6">
            <a:extLst>
              <a:ext uri="{FF2B5EF4-FFF2-40B4-BE49-F238E27FC236}">
                <a16:creationId xmlns:a16="http://schemas.microsoft.com/office/drawing/2014/main" id="{00D1FE43-CA88-59AC-B8A8-31DC19815A0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49009" y="2892172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25" name="Text Placeholder 6">
            <a:extLst>
              <a:ext uri="{FF2B5EF4-FFF2-40B4-BE49-F238E27FC236}">
                <a16:creationId xmlns:a16="http://schemas.microsoft.com/office/drawing/2014/main" id="{2A8DB1BF-D28F-D5AF-E58D-46F4DFD8A2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49009" y="3138393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26" name="Text Placeholder 6">
            <a:extLst>
              <a:ext uri="{FF2B5EF4-FFF2-40B4-BE49-F238E27FC236}">
                <a16:creationId xmlns:a16="http://schemas.microsoft.com/office/drawing/2014/main" id="{1F1AAFA6-72FC-E48B-FFF4-16019458E2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410019" y="2892172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27" name="Text Placeholder 6">
            <a:extLst>
              <a:ext uri="{FF2B5EF4-FFF2-40B4-BE49-F238E27FC236}">
                <a16:creationId xmlns:a16="http://schemas.microsoft.com/office/drawing/2014/main" id="{AA8D28BE-03E4-1BC2-6A1E-910037125F5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10019" y="3138393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23DDEDC-A659-3598-AEF8-79757C46721C}"/>
              </a:ext>
            </a:extLst>
          </p:cNvPr>
          <p:cNvCxnSpPr>
            <a:cxnSpLocks/>
          </p:cNvCxnSpPr>
          <p:nvPr userDrawn="1"/>
        </p:nvCxnSpPr>
        <p:spPr>
          <a:xfrm>
            <a:off x="287997" y="3745792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F01B855-5CCC-D868-F1C1-17E5D80C99AE}"/>
              </a:ext>
            </a:extLst>
          </p:cNvPr>
          <p:cNvCxnSpPr>
            <a:cxnSpLocks/>
          </p:cNvCxnSpPr>
          <p:nvPr userDrawn="1"/>
        </p:nvCxnSpPr>
        <p:spPr>
          <a:xfrm>
            <a:off x="8408893" y="3745792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95A7F52-39D6-3EB6-56CA-C9516A749201}"/>
              </a:ext>
            </a:extLst>
          </p:cNvPr>
          <p:cNvCxnSpPr>
            <a:cxnSpLocks/>
          </p:cNvCxnSpPr>
          <p:nvPr userDrawn="1"/>
        </p:nvCxnSpPr>
        <p:spPr>
          <a:xfrm>
            <a:off x="4348445" y="3745792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Text Placeholder 6">
            <a:extLst>
              <a:ext uri="{FF2B5EF4-FFF2-40B4-BE49-F238E27FC236}">
                <a16:creationId xmlns:a16="http://schemas.microsoft.com/office/drawing/2014/main" id="{6B9E953D-D176-9C30-ABFF-1B9A71C0D24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87997" y="389621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32" name="Text Placeholder 6">
            <a:extLst>
              <a:ext uri="{FF2B5EF4-FFF2-40B4-BE49-F238E27FC236}">
                <a16:creationId xmlns:a16="http://schemas.microsoft.com/office/drawing/2014/main" id="{E3074604-AD6F-77AA-2D6C-8F7ABB53431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7997" y="4142440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33" name="Text Placeholder 6">
            <a:extLst>
              <a:ext uri="{FF2B5EF4-FFF2-40B4-BE49-F238E27FC236}">
                <a16:creationId xmlns:a16="http://schemas.microsoft.com/office/drawing/2014/main" id="{34025179-F34E-138A-4FF7-9DBC795CD7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49009" y="389621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34" name="Text Placeholder 6">
            <a:extLst>
              <a:ext uri="{FF2B5EF4-FFF2-40B4-BE49-F238E27FC236}">
                <a16:creationId xmlns:a16="http://schemas.microsoft.com/office/drawing/2014/main" id="{3F410B1B-0FDF-EA22-4591-CBCB03189D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49009" y="4142440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35" name="Text Placeholder 6">
            <a:extLst>
              <a:ext uri="{FF2B5EF4-FFF2-40B4-BE49-F238E27FC236}">
                <a16:creationId xmlns:a16="http://schemas.microsoft.com/office/drawing/2014/main" id="{D64EDA61-881A-DAE4-E54F-2EB271FCBC9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10019" y="3896219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36" name="Text Placeholder 6">
            <a:extLst>
              <a:ext uri="{FF2B5EF4-FFF2-40B4-BE49-F238E27FC236}">
                <a16:creationId xmlns:a16="http://schemas.microsoft.com/office/drawing/2014/main" id="{8961CF68-471D-035E-4F0D-B9F99FC4F8C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10019" y="4142440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B8C8353-EF5F-4C17-6553-D8A69D5A1925}"/>
              </a:ext>
            </a:extLst>
          </p:cNvPr>
          <p:cNvCxnSpPr>
            <a:cxnSpLocks/>
          </p:cNvCxnSpPr>
          <p:nvPr userDrawn="1"/>
        </p:nvCxnSpPr>
        <p:spPr>
          <a:xfrm>
            <a:off x="287997" y="4749839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4D53CBF-25C3-EF0B-5FFF-8C6218D043E8}"/>
              </a:ext>
            </a:extLst>
          </p:cNvPr>
          <p:cNvCxnSpPr>
            <a:cxnSpLocks/>
          </p:cNvCxnSpPr>
          <p:nvPr userDrawn="1"/>
        </p:nvCxnSpPr>
        <p:spPr>
          <a:xfrm>
            <a:off x="8408893" y="4749839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71AE49B-CA56-5C6B-1FC9-8300CE6897CF}"/>
              </a:ext>
            </a:extLst>
          </p:cNvPr>
          <p:cNvCxnSpPr>
            <a:cxnSpLocks/>
          </p:cNvCxnSpPr>
          <p:nvPr userDrawn="1"/>
        </p:nvCxnSpPr>
        <p:spPr>
          <a:xfrm>
            <a:off x="4348445" y="4749839"/>
            <a:ext cx="3495112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Text Placeholder 6">
            <a:extLst>
              <a:ext uri="{FF2B5EF4-FFF2-40B4-BE49-F238E27FC236}">
                <a16:creationId xmlns:a16="http://schemas.microsoft.com/office/drawing/2014/main" id="{AA740638-D1F2-1D99-DA0D-586E6B0A7C6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87997" y="490026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41" name="Text Placeholder 6">
            <a:extLst>
              <a:ext uri="{FF2B5EF4-FFF2-40B4-BE49-F238E27FC236}">
                <a16:creationId xmlns:a16="http://schemas.microsoft.com/office/drawing/2014/main" id="{D3FBF661-E52D-3624-4A98-223EFDA2B87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7997" y="5146487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42" name="Text Placeholder 6">
            <a:extLst>
              <a:ext uri="{FF2B5EF4-FFF2-40B4-BE49-F238E27FC236}">
                <a16:creationId xmlns:a16="http://schemas.microsoft.com/office/drawing/2014/main" id="{6BB65620-D458-D37D-400C-DFB25F5F05A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49009" y="490026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43" name="Text Placeholder 6">
            <a:extLst>
              <a:ext uri="{FF2B5EF4-FFF2-40B4-BE49-F238E27FC236}">
                <a16:creationId xmlns:a16="http://schemas.microsoft.com/office/drawing/2014/main" id="{7C2B2D83-B530-013B-BDFB-4F53D7424A9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349009" y="5146487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  <p:sp>
        <p:nvSpPr>
          <p:cNvPr id="144" name="Text Placeholder 6">
            <a:extLst>
              <a:ext uri="{FF2B5EF4-FFF2-40B4-BE49-F238E27FC236}">
                <a16:creationId xmlns:a16="http://schemas.microsoft.com/office/drawing/2014/main" id="{D3CD08C0-F480-7058-29E4-188C24C64EC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10019" y="4900266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accent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Name Surname</a:t>
            </a:r>
          </a:p>
        </p:txBody>
      </p:sp>
      <p:sp>
        <p:nvSpPr>
          <p:cNvPr id="145" name="Text Placeholder 6">
            <a:extLst>
              <a:ext uri="{FF2B5EF4-FFF2-40B4-BE49-F238E27FC236}">
                <a16:creationId xmlns:a16="http://schemas.microsoft.com/office/drawing/2014/main" id="{ED6C5A17-6390-82DD-A250-8B744FB52E4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410019" y="5146487"/>
            <a:ext cx="2131336" cy="246221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600" b="0" i="0" spc="-50" baseline="0">
                <a:solidFill>
                  <a:schemeClr val="tx1"/>
                </a:solidFill>
                <a:latin typeface="Amina" pitchFamily="2" charset="77"/>
              </a:defRPr>
            </a:lvl1pPr>
            <a:lvl2pPr>
              <a:lnSpc>
                <a:spcPct val="95000"/>
              </a:lnSpc>
              <a:defRPr b="0" i="0">
                <a:solidFill>
                  <a:schemeClr val="tx1"/>
                </a:solidFill>
                <a:latin typeface="Amina" pitchFamily="2" charset="77"/>
              </a:defRPr>
            </a:lvl2pPr>
          </a:lstStyle>
          <a:p>
            <a:pPr lvl="0"/>
            <a:r>
              <a:rPr lang="en-GB" dirty="0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3402643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81BB3A-CAA5-D14C-B295-45B9EF8FA8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54873" y="0"/>
            <a:ext cx="6134100" cy="68580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bject 4">
            <a:extLst>
              <a:ext uri="{FF2B5EF4-FFF2-40B4-BE49-F238E27FC236}">
                <a16:creationId xmlns:a16="http://schemas.microsoft.com/office/drawing/2014/main" id="{D02849B6-3800-9379-04F7-FE3AD6C68622}"/>
              </a:ext>
            </a:extLst>
          </p:cNvPr>
          <p:cNvSpPr txBox="1"/>
          <p:nvPr userDrawn="1"/>
        </p:nvSpPr>
        <p:spPr>
          <a:xfrm>
            <a:off x="263526" y="181798"/>
            <a:ext cx="2030831" cy="1759589"/>
          </a:xfrm>
          <a:prstGeom prst="rect">
            <a:avLst/>
          </a:prstGeom>
        </p:spPr>
        <p:txBody>
          <a:bodyPr vert="horz" wrap="square" lIns="0" tIns="36581" rIns="0" bIns="0" rtlCol="0">
            <a:spAutoFit/>
          </a:bodyPr>
          <a:lstStyle/>
          <a:p>
            <a:pPr marL="0">
              <a:spcBef>
                <a:spcPts val="288"/>
              </a:spcBef>
            </a:pPr>
            <a:r>
              <a:rPr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EMAIL</a:t>
            </a:r>
            <a:endParaRPr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06"/>
              </a:spcBef>
            </a:pPr>
            <a:endParaRPr lang="en-GB" sz="1577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1340"/>
              </a:spcBef>
            </a:pPr>
            <a:r>
              <a:rPr lang="en-GB"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PHONE</a:t>
            </a:r>
            <a:endParaRPr lang="en-GB"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09"/>
              </a:spcBef>
            </a:pPr>
            <a:endParaRPr sz="1577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1307"/>
              </a:spcBef>
            </a:pPr>
            <a:r>
              <a:rPr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WEBSITE</a:t>
            </a:r>
            <a:endParaRPr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40"/>
              </a:spcBef>
            </a:pPr>
            <a:r>
              <a:rPr lang="en-GB" sz="1600" b="0" i="0" spc="-6" dirty="0" err="1">
                <a:solidFill>
                  <a:schemeClr val="bg1"/>
                </a:solidFill>
                <a:latin typeface="Amina" pitchFamily="2" charset="77"/>
                <a:cs typeface="Arial"/>
              </a:rPr>
              <a:t>vgrouplimited.com</a:t>
            </a:r>
            <a:endParaRPr sz="16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7F1AA-4B17-E2CB-9BC3-3210DD920DEC}"/>
              </a:ext>
            </a:extLst>
          </p:cNvPr>
          <p:cNvSpPr txBox="1"/>
          <p:nvPr userDrawn="1"/>
        </p:nvSpPr>
        <p:spPr>
          <a:xfrm>
            <a:off x="3403205" y="-136740"/>
            <a:ext cx="7951365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0" spc="-390" baseline="0" dirty="0">
                <a:solidFill>
                  <a:schemeClr val="bg1"/>
                </a:solidFill>
              </a:rPr>
              <a:t>Thank you.</a:t>
            </a:r>
            <a:endParaRPr lang="en-GB" sz="12000" spc="-390" baseline="0">
              <a:solidFill>
                <a:schemeClr val="bg1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88B9453-ADA3-B8AC-8D1D-F4A92D8D4D0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63526" y="456991"/>
            <a:ext cx="2320117" cy="233910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600" b="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jane.doe@vgroup.com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0B739F3-7B34-F9FB-A5B1-CD4A42A8214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263525" y="1082234"/>
            <a:ext cx="2320117" cy="233910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600" b="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0824 723 5732</a:t>
            </a:r>
          </a:p>
        </p:txBody>
      </p:sp>
    </p:spTree>
    <p:extLst>
      <p:ext uri="{BB962C8B-B14F-4D97-AF65-F5344CB8AC3E}">
        <p14:creationId xmlns:p14="http://schemas.microsoft.com/office/powerpoint/2010/main" val="15586414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81BB3A-CAA5-D14C-B295-45B9EF8FA8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54873" y="0"/>
            <a:ext cx="61341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FCE60A-84C5-91B9-50CA-CA03FC1779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402" y="262255"/>
            <a:ext cx="1460550" cy="109329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D60D35-68C6-396A-62BA-6F27DFE58821}"/>
              </a:ext>
            </a:extLst>
          </p:cNvPr>
          <p:cNvCxnSpPr>
            <a:cxnSpLocks/>
          </p:cNvCxnSpPr>
          <p:nvPr userDrawn="1"/>
        </p:nvCxnSpPr>
        <p:spPr>
          <a:xfrm flipV="1">
            <a:off x="3183197" y="-11875"/>
            <a:ext cx="0" cy="686987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bject 4">
            <a:extLst>
              <a:ext uri="{FF2B5EF4-FFF2-40B4-BE49-F238E27FC236}">
                <a16:creationId xmlns:a16="http://schemas.microsoft.com/office/drawing/2014/main" id="{D02849B6-3800-9379-04F7-FE3AD6C68622}"/>
              </a:ext>
            </a:extLst>
          </p:cNvPr>
          <p:cNvSpPr txBox="1"/>
          <p:nvPr userDrawn="1"/>
        </p:nvSpPr>
        <p:spPr>
          <a:xfrm>
            <a:off x="3427835" y="4887805"/>
            <a:ext cx="2030831" cy="1759589"/>
          </a:xfrm>
          <a:prstGeom prst="rect">
            <a:avLst/>
          </a:prstGeom>
        </p:spPr>
        <p:txBody>
          <a:bodyPr vert="horz" wrap="square" lIns="0" tIns="36581" rIns="0" bIns="0" rtlCol="0">
            <a:spAutoFit/>
          </a:bodyPr>
          <a:lstStyle/>
          <a:p>
            <a:pPr marL="0">
              <a:spcBef>
                <a:spcPts val="288"/>
              </a:spcBef>
            </a:pPr>
            <a:r>
              <a:rPr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EMAIL</a:t>
            </a:r>
            <a:endParaRPr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06"/>
              </a:spcBef>
            </a:pPr>
            <a:endParaRPr lang="en-GB" sz="1577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1340"/>
              </a:spcBef>
            </a:pPr>
            <a:r>
              <a:rPr lang="en-GB"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PHONE</a:t>
            </a:r>
            <a:endParaRPr lang="en-GB"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09"/>
              </a:spcBef>
            </a:pPr>
            <a:endParaRPr sz="1577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1307"/>
              </a:spcBef>
            </a:pPr>
            <a:r>
              <a:rPr sz="12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WEBSITE</a:t>
            </a:r>
            <a:endParaRPr sz="12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  <a:p>
            <a:pPr marL="0">
              <a:spcBef>
                <a:spcPts val="340"/>
              </a:spcBef>
            </a:pPr>
            <a:r>
              <a:rPr sz="16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v</a:t>
            </a:r>
            <a:r>
              <a:rPr lang="en-GB" sz="16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.</a:t>
            </a:r>
            <a:r>
              <a:rPr sz="1600" b="0" i="0" spc="-6" dirty="0">
                <a:solidFill>
                  <a:schemeClr val="bg1"/>
                </a:solidFill>
                <a:latin typeface="Amina" pitchFamily="2" charset="77"/>
                <a:cs typeface="Arial"/>
              </a:rPr>
              <a:t>group</a:t>
            </a:r>
            <a:endParaRPr sz="1600" b="0" i="0" dirty="0">
              <a:solidFill>
                <a:schemeClr val="bg1"/>
              </a:solidFill>
              <a:latin typeface="Amina" pitchFamily="2" charset="77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7F1AA-4B17-E2CB-9BC3-3210DD920DEC}"/>
              </a:ext>
            </a:extLst>
          </p:cNvPr>
          <p:cNvSpPr txBox="1"/>
          <p:nvPr userDrawn="1"/>
        </p:nvSpPr>
        <p:spPr>
          <a:xfrm>
            <a:off x="3403205" y="-136740"/>
            <a:ext cx="7951365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2000" spc="-390" baseline="0" dirty="0">
                <a:solidFill>
                  <a:schemeClr val="bg1"/>
                </a:solidFill>
              </a:rPr>
              <a:t>Thank you.</a:t>
            </a:r>
            <a:endParaRPr lang="en-GB" sz="12000" spc="-390" baseline="0">
              <a:solidFill>
                <a:schemeClr val="bg1"/>
              </a:solidFill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88B9453-ADA3-B8AC-8D1D-F4A92D8D4D0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427835" y="5162998"/>
            <a:ext cx="2320117" cy="23391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600" b="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jane.doe@v.group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0B739F3-7B34-F9FB-A5B1-CD4A42A8214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427834" y="5788241"/>
            <a:ext cx="2320117" cy="23391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95000"/>
              </a:lnSpc>
              <a:buNone/>
              <a:defRPr sz="1600" b="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0824 723 5732</a:t>
            </a:r>
          </a:p>
        </p:txBody>
      </p:sp>
    </p:spTree>
    <p:extLst>
      <p:ext uri="{BB962C8B-B14F-4D97-AF65-F5344CB8AC3E}">
        <p14:creationId xmlns:p14="http://schemas.microsoft.com/office/powerpoint/2010/main" val="1166221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9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26" Type="http://schemas.openxmlformats.org/officeDocument/2006/relationships/slideLayout" Target="../slideLayouts/slideLayout94.xml"/><Relationship Id="rId39" Type="http://schemas.openxmlformats.org/officeDocument/2006/relationships/slideLayout" Target="../slideLayouts/slideLayout107.xml"/><Relationship Id="rId21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102.xml"/><Relationship Id="rId42" Type="http://schemas.openxmlformats.org/officeDocument/2006/relationships/slideLayout" Target="../slideLayouts/slideLayout110.xml"/><Relationship Id="rId47" Type="http://schemas.openxmlformats.org/officeDocument/2006/relationships/slideLayout" Target="../slideLayouts/slideLayout115.xml"/><Relationship Id="rId50" Type="http://schemas.openxmlformats.org/officeDocument/2006/relationships/slideLayout" Target="../slideLayouts/slideLayout118.xml"/><Relationship Id="rId55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9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100.xml"/><Relationship Id="rId37" Type="http://schemas.openxmlformats.org/officeDocument/2006/relationships/slideLayout" Target="../slideLayouts/slideLayout105.xml"/><Relationship Id="rId40" Type="http://schemas.openxmlformats.org/officeDocument/2006/relationships/slideLayout" Target="../slideLayouts/slideLayout108.xml"/><Relationship Id="rId45" Type="http://schemas.openxmlformats.org/officeDocument/2006/relationships/slideLayout" Target="../slideLayouts/slideLayout113.xml"/><Relationship Id="rId53" Type="http://schemas.openxmlformats.org/officeDocument/2006/relationships/slideLayout" Target="../slideLayouts/slideLayout121.xml"/><Relationship Id="rId58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73.xml"/><Relationship Id="rId61" Type="http://schemas.openxmlformats.org/officeDocument/2006/relationships/image" Target="../media/image1.png"/><Relationship Id="rId1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95.xml"/><Relationship Id="rId30" Type="http://schemas.openxmlformats.org/officeDocument/2006/relationships/slideLayout" Target="../slideLayouts/slideLayout98.xml"/><Relationship Id="rId35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11.xml"/><Relationship Id="rId48" Type="http://schemas.openxmlformats.org/officeDocument/2006/relationships/slideLayout" Target="../slideLayouts/slideLayout116.xml"/><Relationship Id="rId56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93.xml"/><Relationship Id="rId33" Type="http://schemas.openxmlformats.org/officeDocument/2006/relationships/slideLayout" Target="../slideLayouts/slideLayout101.xml"/><Relationship Id="rId38" Type="http://schemas.openxmlformats.org/officeDocument/2006/relationships/slideLayout" Target="../slideLayouts/slideLayout106.xml"/><Relationship Id="rId46" Type="http://schemas.openxmlformats.org/officeDocument/2006/relationships/slideLayout" Target="../slideLayouts/slideLayout114.xml"/><Relationship Id="rId59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109.xml"/><Relationship Id="rId54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104.xml"/><Relationship Id="rId49" Type="http://schemas.openxmlformats.org/officeDocument/2006/relationships/slideLayout" Target="../slideLayouts/slideLayout117.xml"/><Relationship Id="rId57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99.xml"/><Relationship Id="rId44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20.xml"/><Relationship Id="rId60" Type="http://schemas.openxmlformats.org/officeDocument/2006/relationships/theme" Target="../theme/theme2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320E6-BD02-CC0F-7EC1-A8B198C9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EAC35-38E6-A101-9333-A7DE58551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02D24D18-EDD8-6148-8186-D689BBB6E63E}" type="datetime1">
              <a:t>11/13/2025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420E6-3F87-3FE5-F800-E86442B9E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336BD-40DC-0768-D1A3-7C0DAD7FE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8000" y="6356350"/>
            <a:ext cx="360000" cy="363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1371DE-0E51-A4AC-B1FA-519E5D68D540}"/>
              </a:ext>
            </a:extLst>
          </p:cNvPr>
          <p:cNvGrpSpPr/>
          <p:nvPr userDrawn="1"/>
        </p:nvGrpSpPr>
        <p:grpSpPr>
          <a:xfrm>
            <a:off x="0" y="7040639"/>
            <a:ext cx="3192909" cy="1006228"/>
            <a:chOff x="0" y="7040639"/>
            <a:chExt cx="3192909" cy="100622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D183107-E9FC-3B6E-08E5-7769CA7A98BF}"/>
                </a:ext>
              </a:extLst>
            </p:cNvPr>
            <p:cNvSpPr/>
            <p:nvPr userDrawn="1"/>
          </p:nvSpPr>
          <p:spPr>
            <a:xfrm>
              <a:off x="368157" y="7040639"/>
              <a:ext cx="288000" cy="28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3EDAD9-1F17-90D9-5F0A-97C24997BFB6}"/>
                </a:ext>
              </a:extLst>
            </p:cNvPr>
            <p:cNvGrpSpPr/>
            <p:nvPr userDrawn="1"/>
          </p:nvGrpSpPr>
          <p:grpSpPr>
            <a:xfrm>
              <a:off x="1110094" y="7040639"/>
              <a:ext cx="288000" cy="1006228"/>
              <a:chOff x="736314" y="7040639"/>
              <a:chExt cx="288000" cy="1006228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D715D64-F1AC-D117-9E1D-E1393D0A6932}"/>
                  </a:ext>
                </a:extLst>
              </p:cNvPr>
              <p:cNvSpPr/>
              <p:nvPr userDrawn="1"/>
            </p:nvSpPr>
            <p:spPr>
              <a:xfrm>
                <a:off x="736314" y="7040639"/>
                <a:ext cx="288000" cy="28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5B675A1-7F42-4BC2-D69A-3A21387115D8}"/>
                  </a:ext>
                </a:extLst>
              </p:cNvPr>
              <p:cNvSpPr/>
              <p:nvPr userDrawn="1"/>
            </p:nvSpPr>
            <p:spPr>
              <a:xfrm>
                <a:off x="736314" y="7401528"/>
                <a:ext cx="288000" cy="288000"/>
              </a:xfrm>
              <a:prstGeom prst="ellipse">
                <a:avLst/>
              </a:prstGeom>
              <a:solidFill>
                <a:srgbClr val="B9EE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9F6F171-7267-181B-3A96-0E50A8ACB679}"/>
                  </a:ext>
                </a:extLst>
              </p:cNvPr>
              <p:cNvSpPr/>
              <p:nvPr userDrawn="1"/>
            </p:nvSpPr>
            <p:spPr>
              <a:xfrm>
                <a:off x="736314" y="7758867"/>
                <a:ext cx="288000" cy="288000"/>
              </a:xfrm>
              <a:prstGeom prst="ellipse">
                <a:avLst/>
              </a:prstGeom>
              <a:solidFill>
                <a:srgbClr val="01684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86CA68-08B3-519E-5304-151E3DD8F99E}"/>
                </a:ext>
              </a:extLst>
            </p:cNvPr>
            <p:cNvSpPr/>
            <p:nvPr userDrawn="1"/>
          </p:nvSpPr>
          <p:spPr>
            <a:xfrm>
              <a:off x="744166" y="7040639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E4C9FE2-3413-04A0-A0A7-9E5DDFD8661B}"/>
                </a:ext>
              </a:extLst>
            </p:cNvPr>
            <p:cNvSpPr/>
            <p:nvPr userDrawn="1"/>
          </p:nvSpPr>
          <p:spPr>
            <a:xfrm>
              <a:off x="744166" y="7401528"/>
              <a:ext cx="288000" cy="288000"/>
            </a:xfrm>
            <a:prstGeom prst="ellipse">
              <a:avLst/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4D8E6D-107A-178B-397A-A24FD8E079D3}"/>
                </a:ext>
              </a:extLst>
            </p:cNvPr>
            <p:cNvSpPr/>
            <p:nvPr userDrawn="1"/>
          </p:nvSpPr>
          <p:spPr>
            <a:xfrm>
              <a:off x="0" y="7040639"/>
              <a:ext cx="288000" cy="288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0DE7770-C661-50F8-53F1-BF1D2C052D7C}"/>
                </a:ext>
              </a:extLst>
            </p:cNvPr>
            <p:cNvGrpSpPr/>
            <p:nvPr userDrawn="1"/>
          </p:nvGrpSpPr>
          <p:grpSpPr>
            <a:xfrm>
              <a:off x="2556814" y="7040639"/>
              <a:ext cx="290276" cy="1006228"/>
              <a:chOff x="1470352" y="7040639"/>
              <a:chExt cx="290276" cy="100622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9E3C4E2-168D-EC6C-92F6-F36193FC93D0}"/>
                  </a:ext>
                </a:extLst>
              </p:cNvPr>
              <p:cNvSpPr/>
              <p:nvPr userDrawn="1"/>
            </p:nvSpPr>
            <p:spPr>
              <a:xfrm>
                <a:off x="1472628" y="7040639"/>
                <a:ext cx="288000" cy="288000"/>
              </a:xfrm>
              <a:prstGeom prst="ellipse">
                <a:avLst/>
              </a:prstGeom>
              <a:solidFill>
                <a:srgbClr val="CCC3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7A22B37-ADB4-F250-C877-F71CD2598393}"/>
                  </a:ext>
                </a:extLst>
              </p:cNvPr>
              <p:cNvSpPr/>
              <p:nvPr userDrawn="1"/>
            </p:nvSpPr>
            <p:spPr>
              <a:xfrm>
                <a:off x="1470352" y="7401528"/>
                <a:ext cx="288000" cy="288000"/>
              </a:xfrm>
              <a:prstGeom prst="ellipse">
                <a:avLst/>
              </a:prstGeom>
              <a:solidFill>
                <a:srgbClr val="E1DE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392EC70-1CCE-A22E-3189-862F8A4FA438}"/>
                  </a:ext>
                </a:extLst>
              </p:cNvPr>
              <p:cNvSpPr/>
              <p:nvPr userDrawn="1"/>
            </p:nvSpPr>
            <p:spPr>
              <a:xfrm>
                <a:off x="1470352" y="7758867"/>
                <a:ext cx="288000" cy="288000"/>
              </a:xfrm>
              <a:prstGeom prst="ellipse">
                <a:avLst/>
              </a:prstGeom>
              <a:solidFill>
                <a:srgbClr val="7569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8A5E5D5-3508-E971-8A64-B2E896D839E0}"/>
                </a:ext>
              </a:extLst>
            </p:cNvPr>
            <p:cNvGrpSpPr/>
            <p:nvPr userDrawn="1"/>
          </p:nvGrpSpPr>
          <p:grpSpPr>
            <a:xfrm>
              <a:off x="2210947" y="7040639"/>
              <a:ext cx="292505" cy="1006228"/>
              <a:chOff x="1478623" y="7040639"/>
              <a:chExt cx="292505" cy="1006228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D586A16-A862-75EC-3267-0E869CE441AB}"/>
                  </a:ext>
                </a:extLst>
              </p:cNvPr>
              <p:cNvSpPr/>
              <p:nvPr userDrawn="1"/>
            </p:nvSpPr>
            <p:spPr>
              <a:xfrm>
                <a:off x="1483128" y="7040639"/>
                <a:ext cx="288000" cy="288000"/>
              </a:xfrm>
              <a:prstGeom prst="ellipse">
                <a:avLst/>
              </a:prstGeom>
              <a:solidFill>
                <a:srgbClr val="C0C8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B09A88-4592-5459-907F-23B385B37F2C}"/>
                  </a:ext>
                </a:extLst>
              </p:cNvPr>
              <p:cNvSpPr/>
              <p:nvPr userDrawn="1"/>
            </p:nvSpPr>
            <p:spPr>
              <a:xfrm>
                <a:off x="1478623" y="7401528"/>
                <a:ext cx="288000" cy="288000"/>
              </a:xfrm>
              <a:prstGeom prst="ellipse">
                <a:avLst/>
              </a:prstGeom>
              <a:solidFill>
                <a:srgbClr val="DADD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715CD07-8A1E-0658-E451-4BF31E39DEB2}"/>
                  </a:ext>
                </a:extLst>
              </p:cNvPr>
              <p:cNvSpPr/>
              <p:nvPr userDrawn="1"/>
            </p:nvSpPr>
            <p:spPr>
              <a:xfrm>
                <a:off x="1478623" y="7758867"/>
                <a:ext cx="288000" cy="288000"/>
              </a:xfrm>
              <a:prstGeom prst="ellipse">
                <a:avLst/>
              </a:prstGeom>
              <a:solidFill>
                <a:srgbClr val="6175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C1204F5-5188-8996-1793-FB6563D33DE7}"/>
                </a:ext>
              </a:extLst>
            </p:cNvPr>
            <p:cNvGrpSpPr/>
            <p:nvPr userDrawn="1"/>
          </p:nvGrpSpPr>
          <p:grpSpPr>
            <a:xfrm>
              <a:off x="1470352" y="7040639"/>
              <a:ext cx="288047" cy="1006228"/>
              <a:chOff x="2208895" y="7040639"/>
              <a:chExt cx="288047" cy="1006228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5C16CC4-64AB-C725-7F7D-E6BD348AB23F}"/>
                  </a:ext>
                </a:extLst>
              </p:cNvPr>
              <p:cNvSpPr/>
              <p:nvPr userDrawn="1"/>
            </p:nvSpPr>
            <p:spPr>
              <a:xfrm>
                <a:off x="2208942" y="7040639"/>
                <a:ext cx="288000" cy="288000"/>
              </a:xfrm>
              <a:prstGeom prst="ellipse">
                <a:avLst/>
              </a:prstGeom>
              <a:solidFill>
                <a:srgbClr val="EF3F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5E4FEB9-FE00-B6BE-8A52-1815A0A29149}"/>
                  </a:ext>
                </a:extLst>
              </p:cNvPr>
              <p:cNvSpPr/>
              <p:nvPr userDrawn="1"/>
            </p:nvSpPr>
            <p:spPr>
              <a:xfrm>
                <a:off x="2208895" y="7401528"/>
                <a:ext cx="288000" cy="288000"/>
              </a:xfrm>
              <a:prstGeom prst="ellipse">
                <a:avLst/>
              </a:prstGeom>
              <a:solidFill>
                <a:srgbClr val="EE95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4561BD6-C0B2-DCB0-F735-E2856CF4C6DE}"/>
                  </a:ext>
                </a:extLst>
              </p:cNvPr>
              <p:cNvSpPr/>
              <p:nvPr userDrawn="1"/>
            </p:nvSpPr>
            <p:spPr>
              <a:xfrm>
                <a:off x="2208895" y="7758867"/>
                <a:ext cx="288000" cy="288000"/>
              </a:xfrm>
              <a:prstGeom prst="ellipse">
                <a:avLst/>
              </a:prstGeom>
              <a:solidFill>
                <a:srgbClr val="771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8AE760D-0C1B-F576-8308-9EE7BEC73568}"/>
                </a:ext>
              </a:extLst>
            </p:cNvPr>
            <p:cNvGrpSpPr/>
            <p:nvPr userDrawn="1"/>
          </p:nvGrpSpPr>
          <p:grpSpPr>
            <a:xfrm>
              <a:off x="2900452" y="7040639"/>
              <a:ext cx="292457" cy="1006228"/>
              <a:chOff x="2925195" y="7040639"/>
              <a:chExt cx="292457" cy="1006228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6BE03D9-E9F2-9813-DAAE-85ACE676316C}"/>
                  </a:ext>
                </a:extLst>
              </p:cNvPr>
              <p:cNvSpPr/>
              <p:nvPr userDrawn="1"/>
            </p:nvSpPr>
            <p:spPr>
              <a:xfrm>
                <a:off x="2929652" y="7040639"/>
                <a:ext cx="288000" cy="288000"/>
              </a:xfrm>
              <a:prstGeom prst="ellipse">
                <a:avLst/>
              </a:prstGeom>
              <a:solidFill>
                <a:srgbClr val="F095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565836C-082D-8528-761D-129B83F36999}"/>
                  </a:ext>
                </a:extLst>
              </p:cNvPr>
              <p:cNvSpPr/>
              <p:nvPr userDrawn="1"/>
            </p:nvSpPr>
            <p:spPr>
              <a:xfrm>
                <a:off x="2925195" y="7401528"/>
                <a:ext cx="288000" cy="288000"/>
              </a:xfrm>
              <a:prstGeom prst="ellipse">
                <a:avLst/>
              </a:prstGeom>
              <a:solidFill>
                <a:srgbClr val="F0C2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0F61BE5-FEB2-7D93-F1F5-BFC06CEEE030}"/>
                  </a:ext>
                </a:extLst>
              </p:cNvPr>
              <p:cNvSpPr/>
              <p:nvPr userDrawn="1"/>
            </p:nvSpPr>
            <p:spPr>
              <a:xfrm>
                <a:off x="2925195" y="7758867"/>
                <a:ext cx="288000" cy="288000"/>
              </a:xfrm>
              <a:prstGeom prst="ellipse">
                <a:avLst/>
              </a:prstGeom>
              <a:solidFill>
                <a:srgbClr val="774D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A86792B-E0D5-63EC-4DBD-7EA2A247347A}"/>
                </a:ext>
              </a:extLst>
            </p:cNvPr>
            <p:cNvGrpSpPr/>
            <p:nvPr userDrawn="1"/>
          </p:nvGrpSpPr>
          <p:grpSpPr>
            <a:xfrm>
              <a:off x="1838509" y="7040639"/>
              <a:ext cx="288000" cy="1006228"/>
              <a:chOff x="2577052" y="7040639"/>
              <a:chExt cx="288000" cy="1006228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16E7F6-6BBF-65A0-5393-3A797118DA15}"/>
                  </a:ext>
                </a:extLst>
              </p:cNvPr>
              <p:cNvSpPr/>
              <p:nvPr userDrawn="1"/>
            </p:nvSpPr>
            <p:spPr>
              <a:xfrm>
                <a:off x="2577052" y="7040639"/>
                <a:ext cx="288000" cy="288000"/>
              </a:xfrm>
              <a:prstGeom prst="ellipse">
                <a:avLst/>
              </a:prstGeom>
              <a:solidFill>
                <a:srgbClr val="00B3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2486B2D-3755-08BC-2B56-12F0BF6CF5AD}"/>
                  </a:ext>
                </a:extLst>
              </p:cNvPr>
              <p:cNvSpPr/>
              <p:nvPr userDrawn="1"/>
            </p:nvSpPr>
            <p:spPr>
              <a:xfrm>
                <a:off x="2577052" y="7401528"/>
                <a:ext cx="288000" cy="288000"/>
              </a:xfrm>
              <a:prstGeom prst="ellipse">
                <a:avLst/>
              </a:prstGeom>
              <a:solidFill>
                <a:srgbClr val="77D7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5F3BD38-C51D-432D-2645-B3F234176728}"/>
                  </a:ext>
                </a:extLst>
              </p:cNvPr>
              <p:cNvSpPr/>
              <p:nvPr userDrawn="1"/>
            </p:nvSpPr>
            <p:spPr>
              <a:xfrm>
                <a:off x="2577052" y="7758867"/>
                <a:ext cx="288000" cy="288000"/>
              </a:xfrm>
              <a:prstGeom prst="ellipse">
                <a:avLst/>
              </a:prstGeom>
              <a:solidFill>
                <a:srgbClr val="064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93" name="Picture 92" descr="Icon&#10;&#10;Description automatically generated">
            <a:extLst>
              <a:ext uri="{FF2B5EF4-FFF2-40B4-BE49-F238E27FC236}">
                <a16:creationId xmlns:a16="http://schemas.microsoft.com/office/drawing/2014/main" id="{89D603F8-65C6-83AC-4713-E7A5F259D73C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0"/>
            <a:ext cx="4546600" cy="1473200"/>
          </a:xfrm>
          <a:prstGeom prst="rect">
            <a:avLst/>
          </a:prstGeom>
        </p:spPr>
      </p:pic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37D2F159-1EE2-35F7-DEE4-532C06A83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948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688" r:id="rId2"/>
    <p:sldLayoutId id="2147483726" r:id="rId3"/>
    <p:sldLayoutId id="2147483727" r:id="rId4"/>
    <p:sldLayoutId id="2147483734" r:id="rId5"/>
    <p:sldLayoutId id="2147483735" r:id="rId6"/>
    <p:sldLayoutId id="2147483728" r:id="rId7"/>
    <p:sldLayoutId id="2147483729" r:id="rId8"/>
    <p:sldLayoutId id="2147483730" r:id="rId9"/>
    <p:sldLayoutId id="2147483736" r:id="rId10"/>
    <p:sldLayoutId id="2147483731" r:id="rId11"/>
    <p:sldLayoutId id="2147483732" r:id="rId12"/>
    <p:sldLayoutId id="2147483733" r:id="rId13"/>
    <p:sldLayoutId id="2147483687" r:id="rId14"/>
    <p:sldLayoutId id="2147483651" r:id="rId15"/>
    <p:sldLayoutId id="2147483660" r:id="rId16"/>
    <p:sldLayoutId id="2147483661" r:id="rId17"/>
    <p:sldLayoutId id="2147483722" r:id="rId18"/>
    <p:sldLayoutId id="2147483707" r:id="rId19"/>
    <p:sldLayoutId id="2147483708" r:id="rId20"/>
    <p:sldLayoutId id="2147483709" r:id="rId21"/>
    <p:sldLayoutId id="2147483723" r:id="rId22"/>
    <p:sldLayoutId id="2147483654" r:id="rId23"/>
    <p:sldLayoutId id="2147483662" r:id="rId24"/>
    <p:sldLayoutId id="2147483689" r:id="rId25"/>
    <p:sldLayoutId id="2147483706" r:id="rId26"/>
    <p:sldLayoutId id="2147483690" r:id="rId27"/>
    <p:sldLayoutId id="2147483680" r:id="rId28"/>
    <p:sldLayoutId id="2147483710" r:id="rId29"/>
    <p:sldLayoutId id="2147483711" r:id="rId30"/>
    <p:sldLayoutId id="2147483712" r:id="rId31"/>
    <p:sldLayoutId id="2147483713" r:id="rId32"/>
    <p:sldLayoutId id="2147483653" r:id="rId33"/>
    <p:sldLayoutId id="2147483663" r:id="rId34"/>
    <p:sldLayoutId id="2147483665" r:id="rId35"/>
    <p:sldLayoutId id="2147483664" r:id="rId36"/>
    <p:sldLayoutId id="2147483724" r:id="rId37"/>
    <p:sldLayoutId id="2147483725" r:id="rId38"/>
    <p:sldLayoutId id="2147483679" r:id="rId39"/>
    <p:sldLayoutId id="2147483704" r:id="rId40"/>
    <p:sldLayoutId id="2147483702" r:id="rId41"/>
    <p:sldLayoutId id="2147483703" r:id="rId42"/>
    <p:sldLayoutId id="2147483699" r:id="rId43"/>
    <p:sldLayoutId id="2147483700" r:id="rId44"/>
    <p:sldLayoutId id="2147483697" r:id="rId45"/>
    <p:sldLayoutId id="2147483698" r:id="rId46"/>
    <p:sldLayoutId id="2147483675" r:id="rId47"/>
    <p:sldLayoutId id="2147483676" r:id="rId48"/>
    <p:sldLayoutId id="2147483673" r:id="rId49"/>
    <p:sldLayoutId id="2147483674" r:id="rId50"/>
    <p:sldLayoutId id="2147483666" r:id="rId51"/>
    <p:sldLayoutId id="2147483667" r:id="rId52"/>
    <p:sldLayoutId id="2147483677" r:id="rId53"/>
    <p:sldLayoutId id="2147483678" r:id="rId54"/>
    <p:sldLayoutId id="2147483668" r:id="rId55"/>
    <p:sldLayoutId id="2147483684" r:id="rId56"/>
    <p:sldLayoutId id="2147483669" r:id="rId57"/>
    <p:sldLayoutId id="2147483671" r:id="rId58"/>
    <p:sldLayoutId id="2147483714" r:id="rId59"/>
    <p:sldLayoutId id="2147483715" r:id="rId60"/>
    <p:sldLayoutId id="2147483716" r:id="rId61"/>
    <p:sldLayoutId id="2147483717" r:id="rId62"/>
    <p:sldLayoutId id="2147483718" r:id="rId63"/>
    <p:sldLayoutId id="2147483719" r:id="rId64"/>
    <p:sldLayoutId id="2147483720" r:id="rId65"/>
    <p:sldLayoutId id="2147483721" r:id="rId66"/>
    <p:sldLayoutId id="2147483672" r:id="rId67"/>
    <p:sldLayoutId id="2147483655" r:id="rId6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56" userDrawn="1">
          <p15:clr>
            <a:srgbClr val="F26B43"/>
          </p15:clr>
        </p15:guide>
        <p15:guide id="2" pos="166" userDrawn="1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320E6-BD02-CC0F-7EC1-A8B198C9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EAC35-38E6-A101-9333-A7DE58551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02D24D18-EDD8-6148-8186-D689BBB6E63E}" type="datetime1">
              <a:t>11/13/2025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420E6-3F87-3FE5-F800-E86442B9E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336BD-40DC-0768-D1A3-7C0DAD7FE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88000" y="6356350"/>
            <a:ext cx="360000" cy="363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Amina Medium" pitchFamily="2" charset="77"/>
              </a:defRPr>
            </a:lvl1pPr>
          </a:lstStyle>
          <a:p>
            <a:fld id="{E8698B5B-6BEE-4EF6-A3FC-E3D9101A6DF4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1371DE-0E51-A4AC-B1FA-519E5D68D540}"/>
              </a:ext>
            </a:extLst>
          </p:cNvPr>
          <p:cNvGrpSpPr/>
          <p:nvPr userDrawn="1"/>
        </p:nvGrpSpPr>
        <p:grpSpPr>
          <a:xfrm>
            <a:off x="0" y="7040639"/>
            <a:ext cx="3192909" cy="1006228"/>
            <a:chOff x="0" y="7040639"/>
            <a:chExt cx="3192909" cy="100622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D183107-E9FC-3B6E-08E5-7769CA7A98BF}"/>
                </a:ext>
              </a:extLst>
            </p:cNvPr>
            <p:cNvSpPr/>
            <p:nvPr userDrawn="1"/>
          </p:nvSpPr>
          <p:spPr>
            <a:xfrm>
              <a:off x="368157" y="7040639"/>
              <a:ext cx="288000" cy="28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73EDAD9-1F17-90D9-5F0A-97C24997BFB6}"/>
                </a:ext>
              </a:extLst>
            </p:cNvPr>
            <p:cNvGrpSpPr/>
            <p:nvPr userDrawn="1"/>
          </p:nvGrpSpPr>
          <p:grpSpPr>
            <a:xfrm>
              <a:off x="1110094" y="7040639"/>
              <a:ext cx="288000" cy="1006228"/>
              <a:chOff x="736314" y="7040639"/>
              <a:chExt cx="288000" cy="1006228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D715D64-F1AC-D117-9E1D-E1393D0A6932}"/>
                  </a:ext>
                </a:extLst>
              </p:cNvPr>
              <p:cNvSpPr/>
              <p:nvPr userDrawn="1"/>
            </p:nvSpPr>
            <p:spPr>
              <a:xfrm>
                <a:off x="736314" y="7040639"/>
                <a:ext cx="288000" cy="28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5B675A1-7F42-4BC2-D69A-3A21387115D8}"/>
                  </a:ext>
                </a:extLst>
              </p:cNvPr>
              <p:cNvSpPr/>
              <p:nvPr userDrawn="1"/>
            </p:nvSpPr>
            <p:spPr>
              <a:xfrm>
                <a:off x="736314" y="7401528"/>
                <a:ext cx="288000" cy="288000"/>
              </a:xfrm>
              <a:prstGeom prst="ellipse">
                <a:avLst/>
              </a:prstGeom>
              <a:solidFill>
                <a:srgbClr val="B9EEA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9F6F171-7267-181B-3A96-0E50A8ACB679}"/>
                  </a:ext>
                </a:extLst>
              </p:cNvPr>
              <p:cNvSpPr/>
              <p:nvPr userDrawn="1"/>
            </p:nvSpPr>
            <p:spPr>
              <a:xfrm>
                <a:off x="736314" y="7758867"/>
                <a:ext cx="288000" cy="288000"/>
              </a:xfrm>
              <a:prstGeom prst="ellipse">
                <a:avLst/>
              </a:prstGeom>
              <a:solidFill>
                <a:srgbClr val="01684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86CA68-08B3-519E-5304-151E3DD8F99E}"/>
                </a:ext>
              </a:extLst>
            </p:cNvPr>
            <p:cNvSpPr/>
            <p:nvPr userDrawn="1"/>
          </p:nvSpPr>
          <p:spPr>
            <a:xfrm>
              <a:off x="744166" y="7040639"/>
              <a:ext cx="288000" cy="28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E4C9FE2-3413-04A0-A0A7-9E5DDFD8661B}"/>
                </a:ext>
              </a:extLst>
            </p:cNvPr>
            <p:cNvSpPr/>
            <p:nvPr userDrawn="1"/>
          </p:nvSpPr>
          <p:spPr>
            <a:xfrm>
              <a:off x="744166" y="7401528"/>
              <a:ext cx="288000" cy="288000"/>
            </a:xfrm>
            <a:prstGeom prst="ellipse">
              <a:avLst/>
            </a:pr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4D8E6D-107A-178B-397A-A24FD8E079D3}"/>
                </a:ext>
              </a:extLst>
            </p:cNvPr>
            <p:cNvSpPr/>
            <p:nvPr userDrawn="1"/>
          </p:nvSpPr>
          <p:spPr>
            <a:xfrm>
              <a:off x="0" y="7040639"/>
              <a:ext cx="288000" cy="288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0DE7770-C661-50F8-53F1-BF1D2C052D7C}"/>
                </a:ext>
              </a:extLst>
            </p:cNvPr>
            <p:cNvGrpSpPr/>
            <p:nvPr userDrawn="1"/>
          </p:nvGrpSpPr>
          <p:grpSpPr>
            <a:xfrm>
              <a:off x="2556814" y="7040639"/>
              <a:ext cx="290276" cy="1006228"/>
              <a:chOff x="1470352" y="7040639"/>
              <a:chExt cx="290276" cy="100622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9E3C4E2-168D-EC6C-92F6-F36193FC93D0}"/>
                  </a:ext>
                </a:extLst>
              </p:cNvPr>
              <p:cNvSpPr/>
              <p:nvPr userDrawn="1"/>
            </p:nvSpPr>
            <p:spPr>
              <a:xfrm>
                <a:off x="1472628" y="7040639"/>
                <a:ext cx="288000" cy="288000"/>
              </a:xfrm>
              <a:prstGeom prst="ellipse">
                <a:avLst/>
              </a:prstGeom>
              <a:solidFill>
                <a:srgbClr val="CCC3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7A22B37-ADB4-F250-C877-F71CD2598393}"/>
                  </a:ext>
                </a:extLst>
              </p:cNvPr>
              <p:cNvSpPr/>
              <p:nvPr userDrawn="1"/>
            </p:nvSpPr>
            <p:spPr>
              <a:xfrm>
                <a:off x="1470352" y="7401528"/>
                <a:ext cx="288000" cy="288000"/>
              </a:xfrm>
              <a:prstGeom prst="ellipse">
                <a:avLst/>
              </a:prstGeom>
              <a:solidFill>
                <a:srgbClr val="E1DE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392EC70-1CCE-A22E-3189-862F8A4FA438}"/>
                  </a:ext>
                </a:extLst>
              </p:cNvPr>
              <p:cNvSpPr/>
              <p:nvPr userDrawn="1"/>
            </p:nvSpPr>
            <p:spPr>
              <a:xfrm>
                <a:off x="1470352" y="7758867"/>
                <a:ext cx="288000" cy="288000"/>
              </a:xfrm>
              <a:prstGeom prst="ellipse">
                <a:avLst/>
              </a:prstGeom>
              <a:solidFill>
                <a:srgbClr val="7569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8A5E5D5-3508-E971-8A64-B2E896D839E0}"/>
                </a:ext>
              </a:extLst>
            </p:cNvPr>
            <p:cNvGrpSpPr/>
            <p:nvPr userDrawn="1"/>
          </p:nvGrpSpPr>
          <p:grpSpPr>
            <a:xfrm>
              <a:off x="2210947" y="7040639"/>
              <a:ext cx="292505" cy="1006228"/>
              <a:chOff x="1478623" y="7040639"/>
              <a:chExt cx="292505" cy="1006228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D586A16-A862-75EC-3267-0E869CE441AB}"/>
                  </a:ext>
                </a:extLst>
              </p:cNvPr>
              <p:cNvSpPr/>
              <p:nvPr userDrawn="1"/>
            </p:nvSpPr>
            <p:spPr>
              <a:xfrm>
                <a:off x="1483128" y="7040639"/>
                <a:ext cx="288000" cy="288000"/>
              </a:xfrm>
              <a:prstGeom prst="ellipse">
                <a:avLst/>
              </a:prstGeom>
              <a:solidFill>
                <a:srgbClr val="C0C8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8B09A88-4592-5459-907F-23B385B37F2C}"/>
                  </a:ext>
                </a:extLst>
              </p:cNvPr>
              <p:cNvSpPr/>
              <p:nvPr userDrawn="1"/>
            </p:nvSpPr>
            <p:spPr>
              <a:xfrm>
                <a:off x="1478623" y="7401528"/>
                <a:ext cx="288000" cy="288000"/>
              </a:xfrm>
              <a:prstGeom prst="ellipse">
                <a:avLst/>
              </a:prstGeom>
              <a:solidFill>
                <a:srgbClr val="DADD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715CD07-8A1E-0658-E451-4BF31E39DEB2}"/>
                  </a:ext>
                </a:extLst>
              </p:cNvPr>
              <p:cNvSpPr/>
              <p:nvPr userDrawn="1"/>
            </p:nvSpPr>
            <p:spPr>
              <a:xfrm>
                <a:off x="1478623" y="7758867"/>
                <a:ext cx="288000" cy="288000"/>
              </a:xfrm>
              <a:prstGeom prst="ellipse">
                <a:avLst/>
              </a:prstGeom>
              <a:solidFill>
                <a:srgbClr val="6175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C1204F5-5188-8996-1793-FB6563D33DE7}"/>
                </a:ext>
              </a:extLst>
            </p:cNvPr>
            <p:cNvGrpSpPr/>
            <p:nvPr userDrawn="1"/>
          </p:nvGrpSpPr>
          <p:grpSpPr>
            <a:xfrm>
              <a:off x="1470352" y="7040639"/>
              <a:ext cx="288047" cy="1006228"/>
              <a:chOff x="2208895" y="7040639"/>
              <a:chExt cx="288047" cy="1006228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5C16CC4-64AB-C725-7F7D-E6BD348AB23F}"/>
                  </a:ext>
                </a:extLst>
              </p:cNvPr>
              <p:cNvSpPr/>
              <p:nvPr userDrawn="1"/>
            </p:nvSpPr>
            <p:spPr>
              <a:xfrm>
                <a:off x="2208942" y="7040639"/>
                <a:ext cx="288000" cy="288000"/>
              </a:xfrm>
              <a:prstGeom prst="ellipse">
                <a:avLst/>
              </a:prstGeom>
              <a:solidFill>
                <a:srgbClr val="EF3F1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5E4FEB9-FE00-B6BE-8A52-1815A0A29149}"/>
                  </a:ext>
                </a:extLst>
              </p:cNvPr>
              <p:cNvSpPr/>
              <p:nvPr userDrawn="1"/>
            </p:nvSpPr>
            <p:spPr>
              <a:xfrm>
                <a:off x="2208895" y="7401528"/>
                <a:ext cx="288000" cy="288000"/>
              </a:xfrm>
              <a:prstGeom prst="ellipse">
                <a:avLst/>
              </a:prstGeom>
              <a:solidFill>
                <a:srgbClr val="EE95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4561BD6-C0B2-DCB0-F735-E2856CF4C6DE}"/>
                  </a:ext>
                </a:extLst>
              </p:cNvPr>
              <p:cNvSpPr/>
              <p:nvPr userDrawn="1"/>
            </p:nvSpPr>
            <p:spPr>
              <a:xfrm>
                <a:off x="2208895" y="7758867"/>
                <a:ext cx="288000" cy="288000"/>
              </a:xfrm>
              <a:prstGeom prst="ellipse">
                <a:avLst/>
              </a:prstGeom>
              <a:solidFill>
                <a:srgbClr val="771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8AE760D-0C1B-F576-8308-9EE7BEC73568}"/>
                </a:ext>
              </a:extLst>
            </p:cNvPr>
            <p:cNvGrpSpPr/>
            <p:nvPr userDrawn="1"/>
          </p:nvGrpSpPr>
          <p:grpSpPr>
            <a:xfrm>
              <a:off x="2900452" y="7040639"/>
              <a:ext cx="292457" cy="1006228"/>
              <a:chOff x="2925195" y="7040639"/>
              <a:chExt cx="292457" cy="1006228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6BE03D9-E9F2-9813-DAAE-85ACE676316C}"/>
                  </a:ext>
                </a:extLst>
              </p:cNvPr>
              <p:cNvSpPr/>
              <p:nvPr userDrawn="1"/>
            </p:nvSpPr>
            <p:spPr>
              <a:xfrm>
                <a:off x="2929652" y="7040639"/>
                <a:ext cx="288000" cy="288000"/>
              </a:xfrm>
              <a:prstGeom prst="ellipse">
                <a:avLst/>
              </a:prstGeom>
              <a:solidFill>
                <a:srgbClr val="F095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565836C-082D-8528-761D-129B83F36999}"/>
                  </a:ext>
                </a:extLst>
              </p:cNvPr>
              <p:cNvSpPr/>
              <p:nvPr userDrawn="1"/>
            </p:nvSpPr>
            <p:spPr>
              <a:xfrm>
                <a:off x="2925195" y="7401528"/>
                <a:ext cx="288000" cy="288000"/>
              </a:xfrm>
              <a:prstGeom prst="ellipse">
                <a:avLst/>
              </a:prstGeom>
              <a:solidFill>
                <a:srgbClr val="F0C2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0F61BE5-FEB2-7D93-F1F5-BFC06CEEE030}"/>
                  </a:ext>
                </a:extLst>
              </p:cNvPr>
              <p:cNvSpPr/>
              <p:nvPr userDrawn="1"/>
            </p:nvSpPr>
            <p:spPr>
              <a:xfrm>
                <a:off x="2925195" y="7758867"/>
                <a:ext cx="288000" cy="288000"/>
              </a:xfrm>
              <a:prstGeom prst="ellipse">
                <a:avLst/>
              </a:prstGeom>
              <a:solidFill>
                <a:srgbClr val="774D1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A86792B-E0D5-63EC-4DBD-7EA2A247347A}"/>
                </a:ext>
              </a:extLst>
            </p:cNvPr>
            <p:cNvGrpSpPr/>
            <p:nvPr userDrawn="1"/>
          </p:nvGrpSpPr>
          <p:grpSpPr>
            <a:xfrm>
              <a:off x="1838509" y="7040639"/>
              <a:ext cx="288000" cy="1006228"/>
              <a:chOff x="2577052" y="7040639"/>
              <a:chExt cx="288000" cy="1006228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16E7F6-6BBF-65A0-5393-3A797118DA15}"/>
                  </a:ext>
                </a:extLst>
              </p:cNvPr>
              <p:cNvSpPr/>
              <p:nvPr userDrawn="1"/>
            </p:nvSpPr>
            <p:spPr>
              <a:xfrm>
                <a:off x="2577052" y="7040639"/>
                <a:ext cx="288000" cy="288000"/>
              </a:xfrm>
              <a:prstGeom prst="ellipse">
                <a:avLst/>
              </a:prstGeom>
              <a:solidFill>
                <a:srgbClr val="00B3C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2486B2D-3755-08BC-2B56-12F0BF6CF5AD}"/>
                  </a:ext>
                </a:extLst>
              </p:cNvPr>
              <p:cNvSpPr/>
              <p:nvPr userDrawn="1"/>
            </p:nvSpPr>
            <p:spPr>
              <a:xfrm>
                <a:off x="2577052" y="7401528"/>
                <a:ext cx="288000" cy="288000"/>
              </a:xfrm>
              <a:prstGeom prst="ellipse">
                <a:avLst/>
              </a:prstGeom>
              <a:solidFill>
                <a:srgbClr val="77D7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5F3BD38-C51D-432D-2645-B3F234176728}"/>
                  </a:ext>
                </a:extLst>
              </p:cNvPr>
              <p:cNvSpPr/>
              <p:nvPr userDrawn="1"/>
            </p:nvSpPr>
            <p:spPr>
              <a:xfrm>
                <a:off x="2577052" y="7758867"/>
                <a:ext cx="288000" cy="288000"/>
              </a:xfrm>
              <a:prstGeom prst="ellipse">
                <a:avLst/>
              </a:prstGeom>
              <a:solidFill>
                <a:srgbClr val="06427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93" name="Picture 92" descr="Icon&#10;&#10;Description automatically generated">
            <a:extLst>
              <a:ext uri="{FF2B5EF4-FFF2-40B4-BE49-F238E27FC236}">
                <a16:creationId xmlns:a16="http://schemas.microsoft.com/office/drawing/2014/main" id="{89D603F8-65C6-83AC-4713-E7A5F259D73C}"/>
              </a:ext>
            </a:extLst>
          </p:cNvPr>
          <p:cNvPicPr>
            <a:picLocks noChangeAspect="1"/>
          </p:cNvPicPr>
          <p:nvPr userDrawn="1"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0"/>
            <a:ext cx="4546600" cy="1473200"/>
          </a:xfrm>
          <a:prstGeom prst="rect">
            <a:avLst/>
          </a:prstGeom>
        </p:spPr>
      </p:pic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37D2F159-1EE2-35F7-DEE4-532C06A83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68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  <p:sldLayoutId id="2147483766" r:id="rId29"/>
    <p:sldLayoutId id="2147483767" r:id="rId30"/>
    <p:sldLayoutId id="2147483768" r:id="rId31"/>
    <p:sldLayoutId id="2147483769" r:id="rId32"/>
    <p:sldLayoutId id="2147483770" r:id="rId33"/>
    <p:sldLayoutId id="2147483771" r:id="rId34"/>
    <p:sldLayoutId id="2147483772" r:id="rId35"/>
    <p:sldLayoutId id="2147483773" r:id="rId36"/>
    <p:sldLayoutId id="2147483774" r:id="rId37"/>
    <p:sldLayoutId id="2147483775" r:id="rId38"/>
    <p:sldLayoutId id="2147483776" r:id="rId39"/>
    <p:sldLayoutId id="2147483777" r:id="rId40"/>
    <p:sldLayoutId id="2147483778" r:id="rId41"/>
    <p:sldLayoutId id="2147483779" r:id="rId42"/>
    <p:sldLayoutId id="2147483780" r:id="rId43"/>
    <p:sldLayoutId id="2147483781" r:id="rId44"/>
    <p:sldLayoutId id="2147483782" r:id="rId45"/>
    <p:sldLayoutId id="2147483783" r:id="rId46"/>
    <p:sldLayoutId id="2147483784" r:id="rId47"/>
    <p:sldLayoutId id="2147483785" r:id="rId48"/>
    <p:sldLayoutId id="2147483786" r:id="rId49"/>
    <p:sldLayoutId id="2147483787" r:id="rId50"/>
    <p:sldLayoutId id="2147483788" r:id="rId51"/>
    <p:sldLayoutId id="2147483789" r:id="rId52"/>
    <p:sldLayoutId id="2147483790" r:id="rId53"/>
    <p:sldLayoutId id="2147483791" r:id="rId54"/>
    <p:sldLayoutId id="2147483792" r:id="rId55"/>
    <p:sldLayoutId id="2147483793" r:id="rId56"/>
    <p:sldLayoutId id="2147483794" r:id="rId57"/>
    <p:sldLayoutId id="2147483795" r:id="rId58"/>
    <p:sldLayoutId id="2147483796" r:id="rId5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452438" indent="-166688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System Font Regular"/>
        <a:buChar char="⁃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56">
          <p15:clr>
            <a:srgbClr val="F26B43"/>
          </p15:clr>
        </p15:guide>
        <p15:guide id="2" pos="166">
          <p15:clr>
            <a:srgbClr val="F26B43"/>
          </p15:clr>
        </p15:guide>
        <p15:guide id="3" pos="7514">
          <p15:clr>
            <a:srgbClr val="F26B43"/>
          </p15:clr>
        </p15:guide>
        <p15:guide id="4" orient="horz" pos="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mailto:marketing@v.group" TargetMode="Externa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9.emf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oleObject" Target="../embeddings/oleObject1.bin"/><Relationship Id="rId2" Type="http://schemas.openxmlformats.org/officeDocument/2006/relationships/tags" Target="../tags/tag2.xml"/><Relationship Id="rId16" Type="http://schemas.openxmlformats.org/officeDocument/2006/relationships/chart" Target="../charts/chart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notesSlide" Target="../notesSlides/notesSlide3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4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slideLayout" Target="../slideLayouts/slideLayout42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6" Type="http://schemas.openxmlformats.org/officeDocument/2006/relationships/chart" Target="../charts/chart3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chart" Target="../charts/chart2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notesSlide" Target="../notesSlides/notesSlide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Relationship Id="rId4" Type="http://schemas.openxmlformats.org/officeDocument/2006/relationships/chart" Target="../charts/char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20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B9BD40-1A71-BDF3-04AB-8897180CE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00" y="252000"/>
            <a:ext cx="1440000" cy="590931"/>
          </a:xfrm>
        </p:spPr>
        <p:txBody>
          <a:bodyPr/>
          <a:lstStyle/>
          <a:p>
            <a:r>
              <a:rPr lang="en-GB" dirty="0"/>
              <a:t>Instructions from Marketing.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52DB7-2D84-3659-ABDC-5FF3A4331B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Use this field to </a:t>
            </a:r>
            <a:r>
              <a:rPr lang="en-US" dirty="0" err="1"/>
              <a:t>summarise</a:t>
            </a:r>
            <a:r>
              <a:rPr lang="en-US" dirty="0"/>
              <a:t> what you want the reader to take away from this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93347" y="2904564"/>
            <a:ext cx="4281542" cy="3693086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Turn on the Guides (see right) and stay within these lines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When copying slides from the old V. format to the new format, create a blank slide first and then copy across the contents (as opposed to copying over the slide in one go). For title/header, copy the text into the appropriate boxes on the new slide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Keep the slides as simple as possible. Use visuals to complement the text. Use </a:t>
            </a:r>
            <a:r>
              <a:rPr lang="en-US">
                <a:latin typeface="+mn-lt"/>
              </a:rPr>
              <a:t>concise wording.</a:t>
            </a:r>
            <a:endParaRPr lang="en-US" dirty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Stick to the V. colors (the first line of the Theme Colors in the </a:t>
            </a:r>
            <a:r>
              <a:rPr lang="en-US" dirty="0" err="1">
                <a:latin typeface="+mn-lt"/>
              </a:rPr>
              <a:t>powerpoint</a:t>
            </a:r>
            <a:r>
              <a:rPr lang="en-US" dirty="0">
                <a:latin typeface="+mn-lt"/>
              </a:rPr>
              <a:t> palette – also shown below each slide) 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V.green</a:t>
            </a:r>
            <a:r>
              <a:rPr lang="en-US" dirty="0"/>
              <a:t>” – </a:t>
            </a:r>
            <a:r>
              <a:rPr lang="en-US" dirty="0">
                <a:solidFill>
                  <a:schemeClr val="tx2"/>
                </a:solidFill>
              </a:rPr>
              <a:t>the dark green </a:t>
            </a:r>
            <a:r>
              <a:rPr lang="en-US" dirty="0"/>
              <a:t>– is our main color</a:t>
            </a:r>
          </a:p>
          <a:p>
            <a:pPr lvl="1"/>
            <a:r>
              <a:rPr lang="en-US" dirty="0">
                <a:latin typeface="+mn-lt"/>
              </a:rPr>
              <a:t>“Vision green” – </a:t>
            </a:r>
            <a:r>
              <a:rPr lang="en-US" dirty="0">
                <a:solidFill>
                  <a:schemeClr val="accent1"/>
                </a:solidFill>
                <a:latin typeface="+mn-lt"/>
              </a:rPr>
              <a:t>the light green </a:t>
            </a:r>
            <a:r>
              <a:rPr lang="en-US" dirty="0">
                <a:latin typeface="+mn-lt"/>
              </a:rPr>
              <a:t>– is to be used </a:t>
            </a:r>
            <a:r>
              <a:rPr lang="en-US" dirty="0"/>
              <a:t>when the background is dark, and never on a white background</a:t>
            </a:r>
            <a:endParaRPr lang="en-US" dirty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If in doubt, contact </a:t>
            </a:r>
            <a:r>
              <a:rPr lang="en-US" dirty="0" err="1">
                <a:latin typeface="+mn-lt"/>
                <a:hlinkClick r:id="rId2"/>
              </a:rPr>
              <a:t>marketing@v.group</a:t>
            </a:r>
            <a:r>
              <a:rPr lang="en-US" dirty="0">
                <a:latin typeface="+mn-lt"/>
              </a:rPr>
              <a:t> and/or look at </a:t>
            </a:r>
            <a:r>
              <a:rPr lang="en-US" dirty="0" err="1">
                <a:latin typeface="+mn-lt"/>
              </a:rPr>
              <a:t>brand.v.group</a:t>
            </a:r>
            <a:endParaRPr lang="en-US" dirty="0">
              <a:latin typeface="+mn-lt"/>
            </a:endParaRP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1DBDB24E-D701-69FB-485B-65EF6114CD60}"/>
              </a:ext>
            </a:extLst>
          </p:cNvPr>
          <p:cNvSpPr/>
          <p:nvPr/>
        </p:nvSpPr>
        <p:spPr>
          <a:xfrm>
            <a:off x="687812" y="1500942"/>
            <a:ext cx="2194560" cy="836822"/>
          </a:xfrm>
          <a:prstGeom prst="borderCallout1">
            <a:avLst>
              <a:gd name="adj1" fmla="val -12103"/>
              <a:gd name="adj2" fmla="val 27451"/>
              <a:gd name="adj3" fmla="val -76474"/>
              <a:gd name="adj4" fmla="val 14608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Slide title goes here</a:t>
            </a:r>
            <a:endParaRPr lang="en-AE" dirty="0">
              <a:solidFill>
                <a:schemeClr val="bg1"/>
              </a:solidFill>
            </a:endParaRP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0846FAF6-A6C4-212A-9A20-B49DDF3E4249}"/>
              </a:ext>
            </a:extLst>
          </p:cNvPr>
          <p:cNvSpPr/>
          <p:nvPr/>
        </p:nvSpPr>
        <p:spPr>
          <a:xfrm>
            <a:off x="4226867" y="1500942"/>
            <a:ext cx="3475608" cy="836822"/>
          </a:xfrm>
          <a:prstGeom prst="borderCallout1">
            <a:avLst>
              <a:gd name="adj1" fmla="val -12103"/>
              <a:gd name="adj2" fmla="val 27451"/>
              <a:gd name="adj3" fmla="val -57190"/>
              <a:gd name="adj4" fmla="val 21108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Use this field for the </a:t>
            </a:r>
            <a:r>
              <a:rPr lang="en-US" dirty="0" err="1">
                <a:solidFill>
                  <a:schemeClr val="bg1"/>
                </a:solidFill>
              </a:rPr>
              <a:t>subheader</a:t>
            </a:r>
            <a:r>
              <a:rPr lang="en-US" dirty="0">
                <a:solidFill>
                  <a:schemeClr val="bg1"/>
                </a:solidFill>
              </a:rPr>
              <a:t> (“tagline”), to </a:t>
            </a:r>
            <a:r>
              <a:rPr lang="en-US" dirty="0" err="1">
                <a:solidFill>
                  <a:schemeClr val="bg1"/>
                </a:solidFill>
              </a:rPr>
              <a:t>summarise</a:t>
            </a:r>
            <a:r>
              <a:rPr lang="en-US" dirty="0">
                <a:solidFill>
                  <a:schemeClr val="bg1"/>
                </a:solidFill>
              </a:rPr>
              <a:t> main takeaways from the slide</a:t>
            </a:r>
            <a:endParaRPr lang="en-AE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F12B9C-41E1-9CED-8E4A-43EDEA36A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94" y="2575671"/>
            <a:ext cx="5512789" cy="1017382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4182D75-3817-46CE-E0FA-B71F723BE08B}"/>
              </a:ext>
            </a:extLst>
          </p:cNvPr>
          <p:cNvSpPr/>
          <p:nvPr/>
        </p:nvSpPr>
        <p:spPr>
          <a:xfrm>
            <a:off x="8530814" y="3216536"/>
            <a:ext cx="613186" cy="21246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966616-FE0B-D07E-3BE4-B86A05ABCFFB}"/>
              </a:ext>
            </a:extLst>
          </p:cNvPr>
          <p:cNvSpPr/>
          <p:nvPr/>
        </p:nvSpPr>
        <p:spPr>
          <a:xfrm>
            <a:off x="10910049" y="2586429"/>
            <a:ext cx="482301" cy="18904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16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B617-50CC-6671-22CD-1F3A9CF84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goes here.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2D84-F4A7-AD31-3460-B37C63FD7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Sub-heading goes 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E688-CFED-2429-5627-46A00807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7F032E-065A-D8FA-1C2A-47D539430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EB4BB9-1362-78B0-B8CB-E8252D8C18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DCC34C68-9AC9-FC45-AEF3-8D7BAD4CF7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FD9E4-DA67-1CE1-F9C4-FF62E2C10C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3ABB2723-371B-17BB-3F16-47BD5A0883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43FDCB-0750-2BA8-C508-673184F514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1F3594ED-7DF1-874B-95CF-35DD0A0A760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77A7B4-5F11-D869-0006-A6F7F868E0A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B7716857-797E-DF8E-0E4D-40BA9EFCB2F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B5D022-91CF-CE7A-9509-D63C0A7333C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216B97BD-984E-3581-E1C6-5045A8336F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E0ABA6-E16B-824E-5B7D-0B8B8FD37D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06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0C35F770-CB18-9F44-FC12-2C7048D5420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F52C1F-64A5-32E4-5AEE-ACA1FAF4CCC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07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2F8902E8-E4EA-B923-92A6-A9EFA2B687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3E6CE3C-44DE-A0DD-C2A8-83521B3EF09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08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B6254C39-35F9-D563-9FF0-5835911D515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D5236D0-9F94-55E7-4718-1C39760AF56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09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BEEE10A1-1AEB-D5F0-8504-C7D1AF4A4C4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CE227A84-6DBC-B8EB-A90B-697011F9D19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7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64E9-C962-BA38-3E58-DDC23479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1FD52-48C4-D274-ADA6-CEED8F3F9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Section 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81B31-DD93-BA32-7F44-F211B067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893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D484-B85F-99BF-4DB7-2EA99EB5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05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B42B2-0E4D-3A36-F28C-D34120026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Section 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9FD3E-B51C-20B8-1B74-44413EE5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95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61E8-773A-11D8-6A8D-CEF7805D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08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EA774-3D8C-3656-88F8-CED952421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Section 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879C1-7104-CFFB-D08E-9D1F913D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78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828290-08C3-234D-B654-E12C4BD1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C17E8-0E6A-F727-BA5C-6C4EF94690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Section header 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D2175-3F1F-A5A0-2215-047F1B80F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77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64E9-C962-BA38-3E58-DDC23479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1FD52-48C4-D274-ADA6-CEED8F3F9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Section 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81B31-DD93-BA32-7F44-F211B067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96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D484-B85F-99BF-4DB7-2EA99EB5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05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B42B2-0E4D-3A36-F28C-D34120026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Section 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9FD3E-B51C-20B8-1B74-44413EE5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27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61E8-773A-11D8-6A8D-CEF7805D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08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EA774-3D8C-3656-88F8-CED952421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Section 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879C1-7104-CFFB-D08E-9D1F913D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8785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D47A1F-66A2-238D-2908-02ED66367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F1E09-6951-F395-BE5B-49F5D0D8BE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Section header 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2B6BB-CEC4-44DF-2A00-877EB013D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96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DE2C12-0641-5659-FA7D-D086874A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26CCC-1719-A3A0-D396-347D22CDF7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The committed partner of </a:t>
            </a:r>
            <a:br>
              <a:rPr lang="en-GB" dirty="0"/>
            </a:br>
            <a:r>
              <a:rPr lang="en-GB" dirty="0"/>
              <a:t>progress for everything at sea.</a:t>
            </a:r>
          </a:p>
          <a:p>
            <a:r>
              <a:rPr lang="en-GB" dirty="0"/>
              <a:t>We deliver complete marine solution for our partners around the world.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1F47F7-1239-B337-EC21-AE5F14F33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28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DE2C12-0641-5659-FA7D-D086874A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26CCC-1719-A3A0-D396-347D22CDF7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The committed partner of </a:t>
            </a:r>
            <a:br>
              <a:rPr lang="en-GB" dirty="0"/>
            </a:br>
            <a:r>
              <a:rPr lang="en-GB" dirty="0"/>
              <a:t>progress for everything at sea.</a:t>
            </a:r>
          </a:p>
          <a:p>
            <a:r>
              <a:rPr lang="en-GB" dirty="0"/>
              <a:t>We deliver complete marine solution for our partners around the world.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D48E6D-2977-35DA-B1E6-0AE294EBE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51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9BAF591-AFF4-9F89-C21A-3215FAF2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promises to people and partners.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F404FC-BA6C-27C7-8626-211E274EE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B7F24F-87D1-60B9-B1FE-D33D51B47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Our values define our way of working.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0C9B2-66F2-26D3-6C1B-55EE5E8D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B58F0CD-BA20-9A2B-B281-9322723B7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We unlock your true potential.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020B29B-98A2-9BA5-2103-CE4E63ED95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We care</a:t>
            </a:r>
          </a:p>
          <a:p>
            <a:pPr>
              <a:lnSpc>
                <a:spcPct val="150000"/>
              </a:lnSpc>
            </a:pPr>
            <a:r>
              <a:rPr lang="en-GB" dirty="0"/>
              <a:t>We collaborate</a:t>
            </a:r>
          </a:p>
          <a:p>
            <a:pPr>
              <a:lnSpc>
                <a:spcPct val="150000"/>
              </a:lnSpc>
            </a:pPr>
            <a:r>
              <a:rPr lang="en-GB" dirty="0"/>
              <a:t>We are consistent</a:t>
            </a:r>
          </a:p>
          <a:p>
            <a:pPr>
              <a:lnSpc>
                <a:spcPct val="150000"/>
              </a:lnSpc>
            </a:pPr>
            <a:r>
              <a:rPr lang="en-GB" dirty="0"/>
              <a:t>We challenge</a:t>
            </a:r>
          </a:p>
          <a:p>
            <a:pPr>
              <a:lnSpc>
                <a:spcPct val="150000"/>
              </a:lnSpc>
            </a:pPr>
            <a:r>
              <a:rPr lang="en-GB" dirty="0"/>
              <a:t>We commit + deliver   </a:t>
            </a:r>
          </a:p>
          <a:p>
            <a:pPr lvl="1"/>
            <a:endParaRPr lang="en-GB" dirty="0"/>
          </a:p>
          <a:p>
            <a:pPr lvl="2"/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D8F4BE7-783F-4208-EC95-BBFA6B8D1C76}"/>
              </a:ext>
            </a:extLst>
          </p:cNvPr>
          <p:cNvSpPr txBox="1">
            <a:spLocks/>
          </p:cNvSpPr>
          <p:nvPr/>
        </p:nvSpPr>
        <p:spPr>
          <a:xfrm>
            <a:off x="3456000" y="2764395"/>
            <a:ext cx="5759999" cy="1138004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8700" kern="1200" spc="-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5000"/>
              </a:lnSpc>
            </a:pPr>
            <a:r>
              <a:rPr lang="en-GB" spc="-300" dirty="0"/>
              <a:t>Value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1B19E21-4727-84C4-7887-9CFB8A661A83}"/>
              </a:ext>
            </a:extLst>
          </p:cNvPr>
          <p:cNvSpPr txBox="1">
            <a:spLocks/>
          </p:cNvSpPr>
          <p:nvPr/>
        </p:nvSpPr>
        <p:spPr>
          <a:xfrm>
            <a:off x="3456000" y="2129054"/>
            <a:ext cx="5759999" cy="2215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8700" kern="1200" spc="-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rgbClr val="052E2B"/>
                </a:solidFill>
                <a:effectLst/>
                <a:latin typeface="Amina Light" pitchFamily="2" charset="77"/>
              </a:rPr>
              <a:t>We innovate for a better future. 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F9B84E5-3190-85AE-F7DF-7CB1C3CD2654}"/>
              </a:ext>
            </a:extLst>
          </p:cNvPr>
          <p:cNvSpPr txBox="1">
            <a:spLocks/>
          </p:cNvSpPr>
          <p:nvPr/>
        </p:nvSpPr>
        <p:spPr>
          <a:xfrm>
            <a:off x="3456000" y="1101849"/>
            <a:ext cx="5759999" cy="1138004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8700" kern="1200" spc="-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5000"/>
              </a:lnSpc>
            </a:pPr>
            <a:r>
              <a:rPr lang="en-GB" spc="-300" dirty="0"/>
              <a:t>Vision</a:t>
            </a:r>
          </a:p>
        </p:txBody>
      </p:sp>
    </p:spTree>
    <p:extLst>
      <p:ext uri="{BB962C8B-B14F-4D97-AF65-F5344CB8AC3E}">
        <p14:creationId xmlns:p14="http://schemas.microsoft.com/office/powerpoint/2010/main" val="1226783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9BAF591-AFF4-9F89-C21A-3215FAF2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Our promises to people and partners.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9F404FC-BA6C-27C7-8626-211E274EE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B7F24F-87D1-60B9-B1FE-D33D51B47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Our values define our way of working.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0C9B2-66F2-26D3-6C1B-55EE5E8D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B58F0CD-BA20-9A2B-B281-9322723B7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We unlock your true potential.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020B29B-98A2-9BA5-2103-CE4E63ED95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We care</a:t>
            </a:r>
          </a:p>
          <a:p>
            <a:pPr>
              <a:lnSpc>
                <a:spcPct val="150000"/>
              </a:lnSpc>
            </a:pPr>
            <a:r>
              <a:rPr lang="en-GB" dirty="0"/>
              <a:t>We collaborate</a:t>
            </a:r>
          </a:p>
          <a:p>
            <a:pPr>
              <a:lnSpc>
                <a:spcPct val="150000"/>
              </a:lnSpc>
            </a:pPr>
            <a:r>
              <a:rPr lang="en-GB" dirty="0"/>
              <a:t>We are consistent</a:t>
            </a:r>
          </a:p>
          <a:p>
            <a:pPr>
              <a:lnSpc>
                <a:spcPct val="150000"/>
              </a:lnSpc>
            </a:pPr>
            <a:r>
              <a:rPr lang="en-GB" dirty="0"/>
              <a:t>We challenge</a:t>
            </a:r>
          </a:p>
          <a:p>
            <a:pPr>
              <a:lnSpc>
                <a:spcPct val="150000"/>
              </a:lnSpc>
            </a:pPr>
            <a:r>
              <a:rPr lang="en-GB" dirty="0"/>
              <a:t>We commit + deliver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D8F4BE7-783F-4208-EC95-BBFA6B8D1C76}"/>
              </a:ext>
            </a:extLst>
          </p:cNvPr>
          <p:cNvSpPr txBox="1">
            <a:spLocks/>
          </p:cNvSpPr>
          <p:nvPr/>
        </p:nvSpPr>
        <p:spPr>
          <a:xfrm>
            <a:off x="3456000" y="2764395"/>
            <a:ext cx="5759999" cy="1138004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8700" kern="1200" spc="-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5000"/>
              </a:lnSpc>
            </a:pPr>
            <a:r>
              <a:rPr lang="en-GB" spc="-300">
                <a:solidFill>
                  <a:schemeClr val="bg1"/>
                </a:solidFill>
              </a:rPr>
              <a:t>Value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1B19E21-4727-84C4-7887-9CFB8A661A83}"/>
              </a:ext>
            </a:extLst>
          </p:cNvPr>
          <p:cNvSpPr txBox="1">
            <a:spLocks/>
          </p:cNvSpPr>
          <p:nvPr/>
        </p:nvSpPr>
        <p:spPr>
          <a:xfrm>
            <a:off x="3456000" y="2129054"/>
            <a:ext cx="5759999" cy="2215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8700" kern="1200" spc="-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effectLst/>
                <a:latin typeface="Amina Light" pitchFamily="2" charset="77"/>
              </a:rPr>
              <a:t>We innovate for a better future. 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F9B84E5-3190-85AE-F7DF-7CB1C3CD2654}"/>
              </a:ext>
            </a:extLst>
          </p:cNvPr>
          <p:cNvSpPr txBox="1">
            <a:spLocks/>
          </p:cNvSpPr>
          <p:nvPr/>
        </p:nvSpPr>
        <p:spPr>
          <a:xfrm>
            <a:off x="3456000" y="1101849"/>
            <a:ext cx="5759999" cy="1138004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7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8700" kern="1200" spc="-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216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85000"/>
              </a:lnSpc>
            </a:pPr>
            <a:r>
              <a:rPr lang="en-GB" spc="-300">
                <a:solidFill>
                  <a:schemeClr val="bg1"/>
                </a:solidFill>
              </a:rPr>
              <a:t>Vision</a:t>
            </a:r>
          </a:p>
        </p:txBody>
      </p:sp>
    </p:spTree>
    <p:extLst>
      <p:ext uri="{BB962C8B-B14F-4D97-AF65-F5344CB8AC3E}">
        <p14:creationId xmlns:p14="http://schemas.microsoft.com/office/powerpoint/2010/main" val="1358480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B9BD40-1A71-BDF3-04AB-8897180CE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52DB7-2D84-3659-ABDC-5FF3A4331B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7763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B9BD40-1A71-BDF3-04AB-8897180CE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52DB7-2D84-3659-ABDC-5FF3A4331B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9980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B9BD40-1A71-BDF3-04AB-8897180CE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52DB7-2D84-3659-ABDC-5FF3A4331B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US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3933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B9BD40-1A71-BDF3-04AB-8897180CE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52DB7-2D84-3659-ABDC-5FF3A4331B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8157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4AC67-EE6F-BA9F-5CDE-365EF1D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EFACBD-2842-AADE-000D-D7728F95D7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29C24C-B7B2-BBBD-F410-28B2229F7A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4771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B9BD40-1A71-BDF3-04AB-8897180CE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52DB7-2D84-3659-ABDC-5FF3A4331B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84382C-9F99-7ABF-171C-B4088558A4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7564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4AC67-EE6F-BA9F-5CDE-365EF1D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EFACBD-2842-AADE-000D-D7728F95D7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8063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4AC67-EE6F-BA9F-5CDE-365EF1D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EFACBD-2842-AADE-000D-D7728F95D7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3869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4AC67-EE6F-BA9F-5CDE-365EF1D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EFACBD-2842-AADE-000D-D7728F95D7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8621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4AC67-EE6F-BA9F-5CDE-365EF1D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EFACBD-2842-AADE-000D-D7728F95D7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092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4AC67-EE6F-BA9F-5CDE-365EF1D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EFACBD-2842-AADE-000D-D7728F95D7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7982D5-1643-51F0-84FA-B4EFC641FA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8472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04AC67-EE6F-BA9F-5CDE-365EF1DE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Dynamic business, steady foundation.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B45A7-A7CC-ACB8-F197-8E55148E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EFACBD-2842-AADE-000D-D7728F95D7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F95F-A289-8651-A301-610E59387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337B95-46C5-B167-0CAC-C4F8E7851A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OUR VALUES DEFINE OUR WAY OF WORKING.</a:t>
            </a:r>
          </a:p>
          <a:p>
            <a:endParaRPr lang="en-GB" dirty="0">
              <a:latin typeface="+mn-lt"/>
            </a:endParaRPr>
          </a:p>
          <a:p>
            <a:r>
              <a:rPr lang="en-GB" dirty="0">
                <a:latin typeface="+mn-lt"/>
              </a:rPr>
              <a:t>Lorem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urna.Lorem</a:t>
            </a:r>
            <a:r>
              <a:rPr lang="en-GB" dirty="0">
                <a:latin typeface="+mn-lt"/>
              </a:rPr>
              <a:t> ipsum </a:t>
            </a:r>
            <a:r>
              <a:rPr lang="en-GB" dirty="0" err="1">
                <a:latin typeface="+mn-lt"/>
              </a:rPr>
              <a:t>dolor</a:t>
            </a:r>
            <a:r>
              <a:rPr lang="en-GB" dirty="0">
                <a:latin typeface="+mn-lt"/>
              </a:rPr>
              <a:t>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consectetuer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adipiscing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elit</a:t>
            </a:r>
            <a:r>
              <a:rPr lang="en-GB" dirty="0">
                <a:latin typeface="+mn-lt"/>
              </a:rPr>
              <a:t>. Maecenas </a:t>
            </a:r>
            <a:r>
              <a:rPr lang="en-GB" dirty="0" err="1">
                <a:latin typeface="+mn-lt"/>
              </a:rPr>
              <a:t>porttitor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congue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massa</a:t>
            </a:r>
            <a:r>
              <a:rPr lang="en-GB" dirty="0">
                <a:latin typeface="+mn-lt"/>
              </a:rPr>
              <a:t>. </a:t>
            </a:r>
            <a:r>
              <a:rPr lang="en-GB" dirty="0" err="1">
                <a:latin typeface="+mn-lt"/>
              </a:rPr>
              <a:t>Fusce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posuere</a:t>
            </a:r>
            <a:r>
              <a:rPr lang="en-GB" dirty="0">
                <a:latin typeface="+mn-lt"/>
              </a:rPr>
              <a:t>, magna </a:t>
            </a:r>
            <a:r>
              <a:rPr lang="en-GB" dirty="0" err="1">
                <a:latin typeface="+mn-lt"/>
              </a:rPr>
              <a:t>sed</a:t>
            </a:r>
            <a:r>
              <a:rPr lang="en-GB" dirty="0">
                <a:latin typeface="+mn-lt"/>
              </a:rPr>
              <a:t> pulvinar </a:t>
            </a:r>
            <a:r>
              <a:rPr lang="en-GB" dirty="0" err="1">
                <a:latin typeface="+mn-lt"/>
              </a:rPr>
              <a:t>ultricies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purus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lectus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malesuada</a:t>
            </a:r>
            <a:r>
              <a:rPr lang="en-GB" dirty="0">
                <a:latin typeface="+mn-lt"/>
              </a:rPr>
              <a:t> libero, sit </a:t>
            </a:r>
            <a:r>
              <a:rPr lang="en-GB" dirty="0" err="1">
                <a:latin typeface="+mn-lt"/>
              </a:rPr>
              <a:t>amet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commodo</a:t>
            </a:r>
            <a:r>
              <a:rPr lang="en-GB" dirty="0">
                <a:latin typeface="+mn-lt"/>
              </a:rPr>
              <a:t> magna eros </a:t>
            </a:r>
            <a:r>
              <a:rPr lang="en-GB" dirty="0" err="1">
                <a:latin typeface="+mn-lt"/>
              </a:rPr>
              <a:t>quis</a:t>
            </a:r>
            <a:r>
              <a:rPr lang="en-GB" dirty="0">
                <a:latin typeface="+mn-lt"/>
              </a:rPr>
              <a:t> </a:t>
            </a:r>
            <a:r>
              <a:rPr lang="en-GB" dirty="0" err="1">
                <a:latin typeface="+mn-lt"/>
              </a:rPr>
              <a:t>urna</a:t>
            </a:r>
            <a:r>
              <a:rPr lang="en-GB" dirty="0">
                <a:latin typeface="+mn-lt"/>
              </a:rPr>
              <a:t>.</a:t>
            </a: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1809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9B7A8-B8F3-0472-C509-19DAD08D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3FDD8-2E95-DCA3-ABB4-6F996CA7431E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US" dirty="0"/>
              <a:t>Name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125A-86A2-9588-DCE1-7F045315C7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Lorem ipsum dolor sit amet, consectetuer adipiscing elit. Maecenas porttitor congue massa. Fusce posuere, magna sed pulvinar ultricies,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A6D06-6D19-F0D3-9F28-00E057625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381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9B7A8-B8F3-0472-C509-19DAD08D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3FDD8-2E95-DCA3-ABB4-6F996CA7431E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US" dirty="0"/>
              <a:t>Name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125A-86A2-9588-DCE1-7F045315C7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Lorem ipsum dolor sit amet, consectetuer adipiscing elit. Maecenas porttitor congue massa. Fusce posuere, magna sed pulvinar ultricies,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EFC52-CC6B-323C-CC78-C25D5491D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40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B5267D9E-0AB6-089E-8A83-10BF843F415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" r="81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3A31E-C947-B759-1F96-B8649962E8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V. difference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3E5A7-2128-B35C-BACC-40000F067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23151-48A7-D819-390F-954FA28ED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Global reach. </a:t>
            </a:r>
            <a:br>
              <a:rPr lang="en-GB" dirty="0"/>
            </a:br>
            <a:r>
              <a:rPr lang="en-GB" dirty="0"/>
              <a:t>Local expertise. </a:t>
            </a:r>
          </a:p>
          <a:p>
            <a:r>
              <a:rPr lang="en-GB" sz="1600" dirty="0"/>
              <a:t>Our community spans 44,000 seafarers, with </a:t>
            </a:r>
            <a:br>
              <a:rPr lang="en-GB" sz="1600" dirty="0"/>
            </a:br>
            <a:r>
              <a:rPr lang="en-GB" sz="1600" dirty="0"/>
              <a:t>a further 3,000 based on shore in 60 offices around</a:t>
            </a:r>
            <a:br>
              <a:rPr lang="en-GB" sz="1600" dirty="0"/>
            </a:br>
            <a:r>
              <a:rPr lang="en-GB" sz="1600" dirty="0"/>
              <a:t>the world.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3D3AAE3-452E-61FE-9C92-3CB820AAEE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7F9C423-009D-A3DE-D517-CB8E6488ADB9}"/>
              </a:ext>
            </a:extLst>
          </p:cNvPr>
          <p:cNvSpPr txBox="1">
            <a:spLocks/>
          </p:cNvSpPr>
          <p:nvPr/>
        </p:nvSpPr>
        <p:spPr>
          <a:xfrm>
            <a:off x="3430352" y="25200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0" tIns="360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/>
                </a:solidFill>
                <a:latin typeface="Amina Medium" pitchFamily="2" charset="77"/>
              </a:rPr>
              <a:t>1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7976B2F-7A79-DCA8-12A0-EC08E7EFA20C}"/>
              </a:ext>
            </a:extLst>
          </p:cNvPr>
          <p:cNvSpPr txBox="1">
            <a:spLocks/>
          </p:cNvSpPr>
          <p:nvPr/>
        </p:nvSpPr>
        <p:spPr>
          <a:xfrm>
            <a:off x="3965506" y="2159100"/>
            <a:ext cx="4372024" cy="1269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pc="-50" dirty="0">
                <a:solidFill>
                  <a:schemeClr val="bg1"/>
                </a:solidFill>
                <a:effectLst/>
                <a:latin typeface="Amina Light" pitchFamily="2" charset="77"/>
              </a:rPr>
              <a:t>Transparent partnerships.</a:t>
            </a:r>
          </a:p>
          <a:p>
            <a:pPr marL="0" lvl="1" indent="0">
              <a:buNone/>
            </a:pPr>
            <a:r>
              <a:rPr lang="en-GB" dirty="0">
                <a:solidFill>
                  <a:schemeClr val="bg1"/>
                </a:solidFill>
                <a:latin typeface="Amina Light" pitchFamily="2" charset="77"/>
              </a:rPr>
              <a:t>Our transparent partnerships create the right solutions for every challenge, helping us to maintain a consistent level of quality.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C30D0BE-B716-BE07-2359-482236B080C0}"/>
              </a:ext>
            </a:extLst>
          </p:cNvPr>
          <p:cNvSpPr txBox="1">
            <a:spLocks/>
          </p:cNvSpPr>
          <p:nvPr/>
        </p:nvSpPr>
        <p:spPr>
          <a:xfrm>
            <a:off x="3430352" y="2163927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0" tIns="360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  <a:latin typeface="Amina Medium" pitchFamily="2" charset="77"/>
              </a:rPr>
              <a:t>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3A0525-0FD0-2C81-54A7-FE87B47F64FE}"/>
              </a:ext>
            </a:extLst>
          </p:cNvPr>
          <p:cNvSpPr txBox="1">
            <a:spLocks/>
          </p:cNvSpPr>
          <p:nvPr/>
        </p:nvSpPr>
        <p:spPr>
          <a:xfrm>
            <a:off x="3965506" y="3717736"/>
            <a:ext cx="4372024" cy="1269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  <a:effectLst/>
                <a:latin typeface="Amina Light" pitchFamily="2" charset="77"/>
              </a:rPr>
              <a:t>Smarter shipping.</a:t>
            </a:r>
          </a:p>
          <a:p>
            <a:pPr marL="0" lvl="1" indent="0">
              <a:buNone/>
            </a:pPr>
            <a:r>
              <a:rPr lang="en-GB">
                <a:solidFill>
                  <a:schemeClr val="bg1"/>
                </a:solidFill>
                <a:effectLst/>
                <a:latin typeface="Amina Light" pitchFamily="2" charset="77"/>
              </a:rPr>
              <a:t>Our ShipSure platform uses big data, predictive analytics and machine learning to make shipping more efficient than ever.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DB4983B-DBED-FDD2-1229-55CC2CDDA311}"/>
              </a:ext>
            </a:extLst>
          </p:cNvPr>
          <p:cNvSpPr txBox="1">
            <a:spLocks/>
          </p:cNvSpPr>
          <p:nvPr/>
        </p:nvSpPr>
        <p:spPr>
          <a:xfrm>
            <a:off x="3430352" y="3722563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0" tIns="360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  <a:latin typeface="Amina Medium" pitchFamily="2" charset="77"/>
              </a:rPr>
              <a:t>3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9B35B1F-4234-EF9C-AB38-0EA5DAC7BE98}"/>
              </a:ext>
            </a:extLst>
          </p:cNvPr>
          <p:cNvSpPr txBox="1">
            <a:spLocks/>
          </p:cNvSpPr>
          <p:nvPr/>
        </p:nvSpPr>
        <p:spPr>
          <a:xfrm>
            <a:off x="3965506" y="5265982"/>
            <a:ext cx="4508144" cy="1269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pc="-50">
                <a:solidFill>
                  <a:schemeClr val="bg1"/>
                </a:solidFill>
                <a:effectLst/>
                <a:latin typeface="Amina Light" pitchFamily="2" charset="77"/>
              </a:rPr>
              <a:t>More sustainable together.</a:t>
            </a:r>
          </a:p>
          <a:p>
            <a:pPr marL="0" lvl="1" indent="0">
              <a:buNone/>
            </a:pPr>
            <a:r>
              <a:rPr lang="en-GB">
                <a:solidFill>
                  <a:schemeClr val="bg1"/>
                </a:solidFill>
                <a:effectLst/>
                <a:latin typeface="Amina Light" pitchFamily="2" charset="77"/>
              </a:rPr>
              <a:t>Our technology provides live environmental reporting, while its data-led insights increase efficiency.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A498E64-A9F8-B949-88DC-72A4E2B38B41}"/>
              </a:ext>
            </a:extLst>
          </p:cNvPr>
          <p:cNvSpPr txBox="1">
            <a:spLocks/>
          </p:cNvSpPr>
          <p:nvPr/>
        </p:nvSpPr>
        <p:spPr>
          <a:xfrm>
            <a:off x="3430352" y="5270809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0" tIns="360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tx1"/>
                </a:solidFill>
                <a:latin typeface="Amina Medium" pitchFamily="2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1506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025B0-0B34-DA59-39A3-9359015C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F1534-AEC1-C79E-C3B7-BD0661504F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77C8F-1BB6-F190-838D-9F643A3E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28863C-48BE-5813-565F-452B4E84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C1B53A-316B-A85A-C903-A0186E00F6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42EB7B-B544-10EF-EA0D-CB5A298F2F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D76492-8824-C0F0-5961-52111B4C8E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4573F4-E3ED-2A22-E0A3-65EF1743A7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9760AE-BB3C-88FE-BF9A-61FF463B8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Financial summary – Group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30D5D2-20BB-E7F5-F4E1-CAA2C4603A03}"/>
              </a:ext>
            </a:extLst>
          </p:cNvPr>
          <p:cNvCxnSpPr>
            <a:cxnSpLocks/>
          </p:cNvCxnSpPr>
          <p:nvPr/>
        </p:nvCxnSpPr>
        <p:spPr>
          <a:xfrm flipV="1">
            <a:off x="5816574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894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025B0-0B34-DA59-39A3-9359015C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F1534-AEC1-C79E-C3B7-BD0661504F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AAB4D6-FF58-1509-BB38-DFDF385CCB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28863C-48BE-5813-565F-452B4E84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C1B53A-316B-A85A-C903-A0186E00F6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42EB7B-B544-10EF-EA0D-CB5A298F2F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D76492-8824-C0F0-5961-52111B4C8E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4573F4-E3ED-2A22-E0A3-65EF1743A7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9760AE-BB3C-88FE-BF9A-61FF463B8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Financial summary – Group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30D5D2-20BB-E7F5-F4E1-CAA2C4603A03}"/>
              </a:ext>
            </a:extLst>
          </p:cNvPr>
          <p:cNvCxnSpPr>
            <a:cxnSpLocks/>
          </p:cNvCxnSpPr>
          <p:nvPr/>
        </p:nvCxnSpPr>
        <p:spPr>
          <a:xfrm flipV="1">
            <a:off x="5816574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378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6A6D4C-160C-138C-6A90-7E675E211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Financial summary – Group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11CDBE-96BA-598A-6154-45B90AD9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99EB-DC99-AD08-E1F7-F7EFB70A06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53B19-A2AF-6F40-7FE6-00E8ABB6D2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62353C-E47B-8AFC-6A4B-4C771871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9CBC4A-7B3F-6B6C-125F-4447F94803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A53189-E0DD-B0FC-6E85-335D32062A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B7977B-D8F2-B2FB-328B-3294C4DB9E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979E86-C820-CAF0-F2B8-04F48DD86F4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721C5B-209C-1A80-2F49-30522B5D8C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C76B49-17A9-E2BE-8530-587D54DB4E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60FBDB0-9838-8328-EA39-1755A84B39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4CCCAE-ADC2-DA82-B351-775F4F7A805A}"/>
              </a:ext>
            </a:extLst>
          </p:cNvPr>
          <p:cNvCxnSpPr>
            <a:cxnSpLocks/>
          </p:cNvCxnSpPr>
          <p:nvPr/>
        </p:nvCxnSpPr>
        <p:spPr>
          <a:xfrm flipV="1">
            <a:off x="3920867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A92404-BDE9-24E1-878C-2C74CA525BD1}"/>
              </a:ext>
            </a:extLst>
          </p:cNvPr>
          <p:cNvCxnSpPr>
            <a:cxnSpLocks/>
          </p:cNvCxnSpPr>
          <p:nvPr/>
        </p:nvCxnSpPr>
        <p:spPr>
          <a:xfrm flipV="1">
            <a:off x="7808925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587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11CDBE-96BA-598A-6154-45B90AD9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99EB-DC99-AD08-E1F7-F7EFB70A06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04D6BC-EEBC-FB52-C665-D441965837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62353C-E47B-8AFC-6A4B-4C771871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9CBC4A-7B3F-6B6C-125F-4447F94803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A53189-E0DD-B0FC-6E85-335D32062A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A5C8B43-76A6-1C3E-258D-DB440B376D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979E86-C820-CAF0-F2B8-04F48DD86F4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721C5B-209C-1A80-2F49-30522B5D8C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C8E7D-9530-7BFA-A3E6-DD36F94F91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60FBDB0-9838-8328-EA39-1755A84B39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Our scale and portfolio diversity saw stable profits throughout the pandemic and into the present.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6A6D4C-160C-138C-6A90-7E675E211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999" y="266991"/>
            <a:ext cx="3609427" cy="166199"/>
          </a:xfrm>
        </p:spPr>
        <p:txBody>
          <a:bodyPr/>
          <a:lstStyle/>
          <a:p>
            <a:r>
              <a:rPr lang="en-GB" dirty="0"/>
              <a:t>Financial summary – Group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4CCCAE-ADC2-DA82-B351-775F4F7A805A}"/>
              </a:ext>
            </a:extLst>
          </p:cNvPr>
          <p:cNvCxnSpPr>
            <a:cxnSpLocks/>
          </p:cNvCxnSpPr>
          <p:nvPr/>
        </p:nvCxnSpPr>
        <p:spPr>
          <a:xfrm flipV="1">
            <a:off x="3920867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A92404-BDE9-24E1-878C-2C74CA525BD1}"/>
              </a:ext>
            </a:extLst>
          </p:cNvPr>
          <p:cNvCxnSpPr>
            <a:cxnSpLocks/>
          </p:cNvCxnSpPr>
          <p:nvPr/>
        </p:nvCxnSpPr>
        <p:spPr>
          <a:xfrm flipV="1">
            <a:off x="7808925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3765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F60431-54AD-0D87-3A4D-5BA10D97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5EE10-38A5-527C-845A-B603BABD88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20ACF-D24C-62C9-DEFF-AF3C7C7AAC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4C221F-53B5-64AB-C4E9-210AC2F4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Resilient business, solid financials.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279444-DA25-5709-E0BA-6A344FD31F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6B0E16-99F0-032B-2CC8-AE013AC1E1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Strategy </a:t>
            </a:r>
            <a:br>
              <a:rPr lang="en-GB" dirty="0"/>
            </a:br>
            <a:r>
              <a:rPr lang="en-GB" dirty="0"/>
              <a:t>in motion.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72A2C9-CC9A-4511-F9C1-D3C1064582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F68A7D-064D-6336-3D8F-C13AE75E2DD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Our focus on quality of earning drives growth.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26B404-F485-0E54-C667-67C10DCD41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Increase in profitability.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32B00A-E553-09FB-A6E8-2F4AEA0969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79FD88F-F1B5-4011-3BAA-03113FCE65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/>
              <a:t>We’ve seen &gt;100% EBITDA growth vs H1 2021.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E9F3B0-517E-3C2D-B607-ABDD693513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/>
              <a:t>Cash efficient.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430CA6C-813D-FD10-42AC-75235D47CA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1248BB4-B1B0-FDA3-269F-6239077CBB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dirty="0"/>
              <a:t>Our available Liquidity </a:t>
            </a:r>
            <a:br>
              <a:rPr lang="en-GB" dirty="0"/>
            </a:br>
            <a:r>
              <a:rPr lang="en-GB" dirty="0"/>
              <a:t>sits at &gt;$100m in Q2.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0AF833-5B10-9DC4-5EC9-4741966A5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Financial summary – Group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8EC24B-81CE-1AFC-A1ED-F06A1575991D}"/>
              </a:ext>
            </a:extLst>
          </p:cNvPr>
          <p:cNvCxnSpPr>
            <a:cxnSpLocks/>
          </p:cNvCxnSpPr>
          <p:nvPr/>
        </p:nvCxnSpPr>
        <p:spPr>
          <a:xfrm flipV="1">
            <a:off x="610650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E13019E-F5B6-F4D0-BA7B-0E9E716859B0}"/>
              </a:ext>
            </a:extLst>
          </p:cNvPr>
          <p:cNvCxnSpPr>
            <a:cxnSpLocks/>
          </p:cNvCxnSpPr>
          <p:nvPr/>
        </p:nvCxnSpPr>
        <p:spPr>
          <a:xfrm flipV="1">
            <a:off x="9015960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2A75F1-7167-8A21-119D-D62A1121B19D}"/>
              </a:ext>
            </a:extLst>
          </p:cNvPr>
          <p:cNvCxnSpPr>
            <a:cxnSpLocks/>
          </p:cNvCxnSpPr>
          <p:nvPr/>
        </p:nvCxnSpPr>
        <p:spPr>
          <a:xfrm flipV="1">
            <a:off x="3183197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410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F60431-54AD-0D87-3A4D-5BA10D972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5EE10-38A5-527C-845A-B603BABD88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Global reach. </a:t>
            </a:r>
            <a:br>
              <a:rPr lang="en-GB"/>
            </a:br>
            <a:r>
              <a:rPr lang="en-GB"/>
              <a:t>Local expertise.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20ACF-D24C-62C9-DEFF-AF3C7C7AAC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4C221F-53B5-64AB-C4E9-210AC2F4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Resilient business, solid financials.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279444-DA25-5709-E0BA-6A344FD31F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6B0E16-99F0-032B-2CC8-AE013AC1E1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Strategy </a:t>
            </a:r>
            <a:br>
              <a:rPr lang="en-GB"/>
            </a:br>
            <a:r>
              <a:rPr lang="en-GB"/>
              <a:t>in motion.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72A2C9-CC9A-4511-F9C1-D3C1064582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F68A7D-064D-6336-3D8F-C13AE75E2DD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Our focus on quality of earning drives growth.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26B404-F485-0E54-C667-67C10DCD41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/>
              <a:t>Increase in profitability.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32B00A-E553-09FB-A6E8-2F4AEA0969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79FD88F-F1B5-4011-3BAA-03113FCE65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We’ve seen &gt;100% EBITDA growth vs H1 2021.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E9F3B0-517E-3C2D-B607-ABDD693513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GB"/>
              <a:t>Cash efficient.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430CA6C-813D-FD10-42AC-75235D47CA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1248BB4-B1B0-FDA3-269F-6239077CBB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dirty="0"/>
              <a:t>Our available Liquidity </a:t>
            </a:r>
            <a:br>
              <a:rPr lang="en-GB" dirty="0"/>
            </a:br>
            <a:r>
              <a:rPr lang="en-GB" dirty="0"/>
              <a:t>sits at &gt;$100m in Q2.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0AF833-5B10-9DC4-5EC9-4741966A5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Financial summary – Group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8EC24B-81CE-1AFC-A1ED-F06A1575991D}"/>
              </a:ext>
            </a:extLst>
          </p:cNvPr>
          <p:cNvCxnSpPr>
            <a:cxnSpLocks/>
          </p:cNvCxnSpPr>
          <p:nvPr/>
        </p:nvCxnSpPr>
        <p:spPr>
          <a:xfrm flipV="1">
            <a:off x="610650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E13019E-F5B6-F4D0-BA7B-0E9E716859B0}"/>
              </a:ext>
            </a:extLst>
          </p:cNvPr>
          <p:cNvCxnSpPr>
            <a:cxnSpLocks/>
          </p:cNvCxnSpPr>
          <p:nvPr/>
        </p:nvCxnSpPr>
        <p:spPr>
          <a:xfrm flipV="1">
            <a:off x="9015960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2A75F1-7167-8A21-119D-D62A1121B19D}"/>
              </a:ext>
            </a:extLst>
          </p:cNvPr>
          <p:cNvCxnSpPr>
            <a:cxnSpLocks/>
          </p:cNvCxnSpPr>
          <p:nvPr/>
        </p:nvCxnSpPr>
        <p:spPr>
          <a:xfrm flipV="1">
            <a:off x="3183197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780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1ACDA7-2A54-70C6-1535-9699B1FE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08AD9-C9DD-000F-65A5-AA3D871823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CB2F9-B1C1-1E85-B755-A173F1C0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A73CCB-0323-C8ED-AF4A-68BEDE52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RESILIENT BUSINESS, SOLID FINANCIALS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8AADEC-88FC-6D6B-D27F-07FD9D0C57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6DBBCD-3F83-AEA3-1BBE-CAAEF1B235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387628-A0B4-FFF8-0B77-85B81A13F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269C9F-CCE7-A085-978A-8B4F9C7F51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0E5A6E2-EDF8-746A-7FCD-28AA44FB41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CA258D-7209-8C29-1822-CA9CB834DEA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84A970-65ED-EC5D-2A3B-3A2C9BC210B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AAECBF5-24EE-8D22-B24F-C1ED6D5BC3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E9FEE4-9E1D-B61A-FDC3-18D6F6B496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7CE183E-3924-9D0B-8B3B-C08F010BD38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99C2137-45A7-A1E5-97D9-1C9831323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CB3774B-D556-AC11-0675-CE9299C9FB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FDB135-6B86-50D3-AA3B-13ECD2384FB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A07369-7E54-428B-D71C-31FBA262B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Summary - Group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7B3DDD-896B-3C0F-8F1E-4F5009832235}"/>
              </a:ext>
            </a:extLst>
          </p:cNvPr>
          <p:cNvCxnSpPr>
            <a:cxnSpLocks/>
          </p:cNvCxnSpPr>
          <p:nvPr/>
        </p:nvCxnSpPr>
        <p:spPr>
          <a:xfrm flipV="1">
            <a:off x="473173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07F12C-4C3B-F764-5BC3-9B0CF727D3CF}"/>
              </a:ext>
            </a:extLst>
          </p:cNvPr>
          <p:cNvCxnSpPr>
            <a:cxnSpLocks/>
          </p:cNvCxnSpPr>
          <p:nvPr/>
        </p:nvCxnSpPr>
        <p:spPr>
          <a:xfrm flipV="1">
            <a:off x="240133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466CE3-8D05-6226-0F7E-447D355DEE92}"/>
              </a:ext>
            </a:extLst>
          </p:cNvPr>
          <p:cNvCxnSpPr>
            <a:cxnSpLocks/>
          </p:cNvCxnSpPr>
          <p:nvPr/>
        </p:nvCxnSpPr>
        <p:spPr>
          <a:xfrm flipV="1">
            <a:off x="706213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F04C31-BC97-52AC-7E96-916D5B47CC3C}"/>
              </a:ext>
            </a:extLst>
          </p:cNvPr>
          <p:cNvCxnSpPr>
            <a:cxnSpLocks/>
          </p:cNvCxnSpPr>
          <p:nvPr/>
        </p:nvCxnSpPr>
        <p:spPr>
          <a:xfrm flipV="1">
            <a:off x="939253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28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1ACDA7-2A54-70C6-1535-9699B1FE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39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08AD9-C9DD-000F-65A5-AA3D871823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BCDFAEC-5408-F0B6-26DA-84C8E02323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A73CCB-0323-C8ED-AF4A-68BEDE52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RESILIENT BUSINESS, SOLID FINANCIALS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8AADEC-88FC-6D6B-D27F-07FD9D0C57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6DBBCD-3F83-AEA3-1BBE-CAAEF1B235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387628-A0B4-FFF8-0B77-85B81A13F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269C9F-CCE7-A085-978A-8B4F9C7F51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0E5A6E2-EDF8-746A-7FCD-28AA44FB41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CA258D-7209-8C29-1822-CA9CB834DEA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84A970-65ED-EC5D-2A3B-3A2C9BC210B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AAECBF5-24EE-8D22-B24F-C1ED6D5BC3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E9FEE4-9E1D-B61A-FDC3-18D6F6B496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7CE183E-3924-9D0B-8B3B-C08F010BD38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99C2137-45A7-A1E5-97D9-1C9831323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Global reach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CB3774B-D556-AC11-0675-CE9299C9FB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FDB135-6B86-50D3-AA3B-13ECD2384FB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GB" dirty="0"/>
              <a:t>Our scale and portfolio </a:t>
            </a:r>
            <a:br>
              <a:rPr lang="en-GB" dirty="0"/>
            </a:br>
            <a:r>
              <a:rPr lang="en-GB" dirty="0"/>
              <a:t>diversity saw stable profits throughout the pandemic </a:t>
            </a:r>
            <a:br>
              <a:rPr lang="en-GB" dirty="0"/>
            </a:br>
            <a:r>
              <a:rPr lang="en-GB" dirty="0"/>
              <a:t>and into the present.</a:t>
            </a:r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A07369-7E54-428B-D71C-31FBA262B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Summary - Group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7B3DDD-896B-3C0F-8F1E-4F5009832235}"/>
              </a:ext>
            </a:extLst>
          </p:cNvPr>
          <p:cNvCxnSpPr>
            <a:cxnSpLocks/>
          </p:cNvCxnSpPr>
          <p:nvPr/>
        </p:nvCxnSpPr>
        <p:spPr>
          <a:xfrm flipV="1">
            <a:off x="473173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07F12C-4C3B-F764-5BC3-9B0CF727D3CF}"/>
              </a:ext>
            </a:extLst>
          </p:cNvPr>
          <p:cNvCxnSpPr>
            <a:cxnSpLocks/>
          </p:cNvCxnSpPr>
          <p:nvPr/>
        </p:nvCxnSpPr>
        <p:spPr>
          <a:xfrm flipV="1">
            <a:off x="240133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466CE3-8D05-6226-0F7E-447D355DEE92}"/>
              </a:ext>
            </a:extLst>
          </p:cNvPr>
          <p:cNvCxnSpPr>
            <a:cxnSpLocks/>
          </p:cNvCxnSpPr>
          <p:nvPr/>
        </p:nvCxnSpPr>
        <p:spPr>
          <a:xfrm flipV="1">
            <a:off x="706213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F04C31-BC97-52AC-7E96-916D5B47CC3C}"/>
              </a:ext>
            </a:extLst>
          </p:cNvPr>
          <p:cNvCxnSpPr>
            <a:cxnSpLocks/>
          </p:cNvCxnSpPr>
          <p:nvPr/>
        </p:nvCxnSpPr>
        <p:spPr>
          <a:xfrm flipV="1">
            <a:off x="9392536" y="1854222"/>
            <a:ext cx="0" cy="500377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158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AB12CD-A776-24C5-23BB-9192EBD42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43564-C91F-4E3D-A569-24F2996D0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40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CE8337-2918-F56A-1F06-8233F0FBE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82374"/>
            <a:ext cx="5760000" cy="221599"/>
          </a:xfrm>
        </p:spPr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3CAFF-D3AB-032D-30A9-E09DC8641D6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70000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7C4F17-2629-3633-F624-32C210814D8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70000" y="5558390"/>
            <a:ext cx="2131336" cy="276999"/>
          </a:xfrm>
        </p:spPr>
        <p:txBody>
          <a:bodyPr/>
          <a:lstStyle/>
          <a:p>
            <a:r>
              <a:rPr lang="en-US" dirty="0"/>
              <a:t>Job 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C2A80C-70DC-05BC-D8B3-2B5872ED3FD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640513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D110CD-A820-F138-2A30-C10DA77D066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640513" y="5558390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B4793-6107-654A-2E78-843C38E4F1A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005537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690EA10-49C4-8BFF-B655-B0F67D33A74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005537" y="5558390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9F729F-1417-1643-16B4-34CC7669462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370561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E9E7B38-3AC3-5FB6-20E8-A43BB31FB51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370561" y="5558390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210FA1-A4B4-ECB9-AC6C-EDBD07FA200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735585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186ED5D-1287-86C4-32CD-58FA22E8DCA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735585" y="5558390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588AA4D-E9D7-EB3B-1D1D-40C051984410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70A6EB2-624F-5052-AAE1-3786C67B50EC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71E35D6-F6C0-B660-1DBF-74E38CDB6422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905F147-9EED-B314-DE69-C558684D6A69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EC9B404-FB11-DB87-93FF-34E89500BB4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2290364-F521-CEE9-BC10-97EB0103A46B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5005537" y="2930464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E125C3B-06E8-7D9C-E9C9-0C4D52E234FE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5005537" y="3116581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6796B14-0A53-8B69-6EE4-E267BA250F0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F2B98C6-29D4-0343-3BD1-9B6E8BE1099A}"/>
              </a:ext>
            </a:extLst>
          </p:cNvPr>
          <p:cNvCxnSpPr>
            <a:cxnSpLocks/>
          </p:cNvCxnSpPr>
          <p:nvPr/>
        </p:nvCxnSpPr>
        <p:spPr>
          <a:xfrm>
            <a:off x="1335668" y="3699688"/>
            <a:ext cx="94655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CBB33F-6BE7-EAF4-414C-5C7606DF31A6}"/>
              </a:ext>
            </a:extLst>
          </p:cNvPr>
          <p:cNvCxnSpPr>
            <a:cxnSpLocks/>
          </p:cNvCxnSpPr>
          <p:nvPr/>
        </p:nvCxnSpPr>
        <p:spPr>
          <a:xfrm>
            <a:off x="6074124" y="3375688"/>
            <a:ext cx="0" cy="324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024EDC3-B238-027F-D260-BB494134BFAB}"/>
              </a:ext>
            </a:extLst>
          </p:cNvPr>
          <p:cNvCxnSpPr>
            <a:cxnSpLocks/>
          </p:cNvCxnSpPr>
          <p:nvPr/>
        </p:nvCxnSpPr>
        <p:spPr>
          <a:xfrm>
            <a:off x="6074124" y="3697905"/>
            <a:ext cx="0" cy="324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FD484E-C08B-C736-91CF-E30F9931DBEA}"/>
              </a:ext>
            </a:extLst>
          </p:cNvPr>
          <p:cNvCxnSpPr>
            <a:cxnSpLocks/>
          </p:cNvCxnSpPr>
          <p:nvPr/>
        </p:nvCxnSpPr>
        <p:spPr>
          <a:xfrm>
            <a:off x="3722810" y="3697905"/>
            <a:ext cx="0" cy="324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68B2A6-79E0-C6EE-DDFD-2205EBB45E89}"/>
              </a:ext>
            </a:extLst>
          </p:cNvPr>
          <p:cNvCxnSpPr>
            <a:cxnSpLocks/>
          </p:cNvCxnSpPr>
          <p:nvPr/>
        </p:nvCxnSpPr>
        <p:spPr>
          <a:xfrm>
            <a:off x="1336661" y="3697905"/>
            <a:ext cx="0" cy="324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9C2760-5AF2-1236-7EBB-71422657D997}"/>
              </a:ext>
            </a:extLst>
          </p:cNvPr>
          <p:cNvCxnSpPr>
            <a:cxnSpLocks/>
          </p:cNvCxnSpPr>
          <p:nvPr/>
        </p:nvCxnSpPr>
        <p:spPr>
          <a:xfrm>
            <a:off x="8425439" y="3697905"/>
            <a:ext cx="0" cy="324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C799FC-5F8C-DF76-7250-7DEC0A8EAC0A}"/>
              </a:ext>
            </a:extLst>
          </p:cNvPr>
          <p:cNvCxnSpPr>
            <a:cxnSpLocks/>
          </p:cNvCxnSpPr>
          <p:nvPr/>
        </p:nvCxnSpPr>
        <p:spPr>
          <a:xfrm>
            <a:off x="10802879" y="3697905"/>
            <a:ext cx="0" cy="3240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6543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672731-45CF-562D-3144-6C5252378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A8433-01DE-B49B-5749-EB5ED554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41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919DED-B1F2-14E6-1DEB-3E3016C67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C4D7F-9446-B5EC-0AB9-12DEE19B2D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1034" y="3330320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6B60A7-70D0-03C6-958F-154D4FB2622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1034" y="3516437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BDB888-212D-5D59-62B7-76FFAE63953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58765" y="3330320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68AEE9-891D-2BD2-8DC5-B641FC2782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258765" y="3516437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279E5B-449F-61BA-35A0-1F94829F0B6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256496" y="3330320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914522-15E9-DB09-01D8-31A8EA7514D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256496" y="3516437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9E210C-D868-CC91-E1AD-27641CB605F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1034" y="5772564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5A05AB-8E35-5AB4-1B6E-177AEA2F475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61034" y="5958681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3C5CC9-BAD2-94E7-4BC4-6D982547673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258765" y="5772564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7BF2C29-2EDC-C77D-F933-D16B5DB0DEA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258765" y="5958681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5EF99D0-4F88-61DB-685C-4999E90AA0A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256496" y="5772564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948F574-EF4B-E54C-9315-155E76F4545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256496" y="5958681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87CBCCA-D3A3-51F4-445A-5782EA932C9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D0CE34C-7D19-F6CF-E1FF-84B17182EA7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32E69B9-1598-41D0-CAEA-6FA9307771C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37D84DA-6EC0-5524-B468-872B9CD3321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F90C8F9-C584-5E97-4606-7EE78C645EF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44EE780-3E61-A46B-3C72-630E021E32DC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540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9A00A8-0AC5-6B33-5EF2-94426BDC2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DA0DA-15EA-0594-04F0-0C1A184E9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42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577137-1314-04C7-AB74-6172069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95333-6BB0-9DB0-AA99-16C183F9FB5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0000" y="3184885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1BD6A8-7608-A4D0-4EC0-791A07FF955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70000" y="3371002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0CD496-B2E7-AACA-86B9-6FAF0C614F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40513" y="3184885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508E85-9E4F-4ECC-74F7-1497F482872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640513" y="3371002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C1553B-E862-3E72-2FB3-A73EF5832F7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5537" y="3184885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3C54CF-B8FC-7289-4925-730572ECD73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005537" y="3371002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D57851F-B64E-A1A9-3C96-3D4D122822C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70561" y="3184885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290D890-62DA-C185-A5C8-1436D869F9C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70561" y="3371002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7D8F14-F68A-606E-0C99-52C792069C7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735585" y="3184885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AC6C8DD-8193-C380-9BFE-B6DFE12DF2E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735585" y="3371002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2FCD3DA-327A-DB9B-80DB-45D8F79F14E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70000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E4C02C-CC2E-802C-96D7-F6114A9231C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70000" y="5558390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7625655-DD17-D882-3FBE-0FD22D284D6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640513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993960B-F9DD-9B7A-1121-18CA9DA355B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640513" y="5558390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085BD55-5221-3436-229F-509D361D97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005537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526FD27-3533-74B7-9A11-6442D5E0B62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005537" y="5558390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21E96AD-860E-9D6D-E1C8-2654AFCD8B7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370561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D41AB45-45CC-1925-B8B9-2F527E62D80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370561" y="5558390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AAF7D16-3F66-5AC1-C611-1D7DA20CC43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735585" y="5372273"/>
            <a:ext cx="2131336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230412C-3A52-7C56-C1CC-9DC031C5D9F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735585" y="5558390"/>
            <a:ext cx="2131336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A86DA1E-6D3E-5C21-4E56-B380F0CA1311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3B604D4-2FE6-4FE4-715D-79F657FE8C4B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BE7BD8B-BB1E-F960-49F6-6EA0BAA831E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17729E3-DF06-DD52-7DDA-C9510D41B203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EC1A243-7B29-BCDC-B25A-8A48825B630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1EA6EE-2FF2-31BE-0B57-80C4FA0B8750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D7BDC6F-134F-F52C-601F-5503DB6BA59F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735BD330-06FB-A9CC-3442-5A0BD4476DDF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7AA60BB7-FDEB-A93F-E0FB-1CD511DFF56F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B3E98F9-C706-72B9-EBFB-F9EA1BB9CFE4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0374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44E716-2E31-2EBE-2DCE-42D511132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37CF53-C297-A149-E231-C3C9DE2B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43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93CB56-AF6B-30A6-516A-84829A0CE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B06F7-5C1C-3BE6-5319-683D459F35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0000" y="3184885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F48FD1-BAE4-E137-52C5-3FC8963FFB9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70000" y="3369551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2B3451-3945-1574-E193-019A1896A5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0133398" y="3184885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800FBF-E874-ECCC-D998-F4A83C6BBD5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0133398" y="3369551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F7B40-738A-F878-CF24-992848FD3BF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38361" y="3184885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E55777-A8F7-BDA3-F994-9E49A0DCCE9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238361" y="3369551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4E2BFBD-CFE4-F7D8-FB1E-56121919FF1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206722" y="3184885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42B17B9-94B4-DC0A-D095-11642D36D3F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206722" y="3369551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C01A09D-9CDB-BAF6-8405-870E90E715C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184048" y="3184885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6F408E3-7C20-1E31-57B8-3968C0240A2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184048" y="3369551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A7365D9-EF8D-4C21-ACC6-18FACEDC7CB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61374" y="3184885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0A942BF-545A-66EC-6BC6-4293904CD85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161374" y="3369551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35B17C-F09A-4B3F-A2A6-4944813E5BF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70000" y="5372273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543A8B2-6E77-AC16-9B0C-DA025AC0A53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70000" y="5556939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BAE6685-A896-81E1-E34F-3D1E52991A7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133398" y="5372273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67A4D59-8578-8A7C-F107-494DDC0B5E0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0133398" y="5556939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6D2A982-E7AC-B1E1-E790-8F9D17BF8B0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238361" y="5372273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CED5ABC-F3C3-5D2F-BD6F-299D7F4369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238361" y="5556939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461400A-02AC-4043-B6A9-F13D3719D63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206722" y="5372273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5AD66B5-EE2C-65CC-AA1E-142AE734832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206722" y="5556939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323D9E0-E081-6928-F2D4-9836DCFEFB8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184048" y="5372273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2E0D78D-556F-247B-6A03-9DD7FD0B7BC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184048" y="5556939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C66765F-723F-550C-BFD1-06D42F8EF2D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161374" y="5372273"/>
            <a:ext cx="1715554" cy="276999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4F9E724-CAB1-7427-D8D7-18FF7A18FF4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161374" y="5556939"/>
            <a:ext cx="1715554" cy="276999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19E5DA19-8164-95FF-0FF0-05E87E4A93B3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04D11DD-6AFA-D30A-E2BF-B7373F548BC2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A804D55-0F0B-7719-E120-764698DE7808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A4DAA92-A5F1-AD46-A1E3-C8F1074196DF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5D3FDE2-7CB8-FA72-E13E-1B884F6A9022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066756C-617D-D9EE-D004-26172466D650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051A2F85-B56D-AD30-9E9E-F237626E3C2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703CC27B-1261-FA92-D21C-7B876C119DAA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4AAA429-C95A-DA2D-9AAC-27275EB1CF30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3F39AEB-7142-EB8A-CA6D-8FB2EADA40E5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E8F63A83-BE38-033F-FDCF-FA5DBB856A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1C372730-4FF1-4B14-7167-CAF53B507ACA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9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A8DE676-E0E3-E720-DDE7-87F0F15CD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29B430-1292-FF2F-2EE4-E37F71C5F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44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65A927-EA96-A485-0819-E482B060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CB0FE-8DCA-3ECC-33AF-2952550F8F4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7C41A8-BDAD-B77A-BF67-7F0FDDE03538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564F9D-FE41-64A7-6D98-F587C3356D9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CD5FC4-330C-530F-3128-A7D572C3E4D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9C49FB-012B-5C27-D23B-7CCE36DAF9A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1253AB-8318-69EA-144D-6E249C8B48D8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9A762F-31B5-D3EC-C1DA-0526A749E78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8C3C531-EBAC-730D-0047-44F3FBB3433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18E0307-765C-B24E-FEB1-25E56E1EC478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835169-4297-B6EA-3ED5-F92BFB904D5E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750284A-6651-5389-49DA-438973E05FF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DC437D8-7CFB-DD76-06F3-2615E5BD94A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r>
              <a:rPr lang="en-US" dirty="0"/>
              <a:t>Job title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37CCE2E-1C43-F96A-5BB3-AAE23A5D07C2}"/>
              </a:ext>
            </a:extLst>
          </p:cNvPr>
          <p:cNvCxnSpPr>
            <a:cxnSpLocks/>
          </p:cNvCxnSpPr>
          <p:nvPr/>
        </p:nvCxnSpPr>
        <p:spPr>
          <a:xfrm>
            <a:off x="253874" y="3740626"/>
            <a:ext cx="21474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4C5D2D-E890-76B2-9D57-F098BBC4226C}"/>
              </a:ext>
            </a:extLst>
          </p:cNvPr>
          <p:cNvCxnSpPr>
            <a:cxnSpLocks/>
          </p:cNvCxnSpPr>
          <p:nvPr/>
        </p:nvCxnSpPr>
        <p:spPr>
          <a:xfrm>
            <a:off x="2625882" y="3740626"/>
            <a:ext cx="21474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261D180-08CE-B2F6-B83F-175DAFF1393F}"/>
              </a:ext>
            </a:extLst>
          </p:cNvPr>
          <p:cNvCxnSpPr>
            <a:cxnSpLocks/>
          </p:cNvCxnSpPr>
          <p:nvPr/>
        </p:nvCxnSpPr>
        <p:spPr>
          <a:xfrm>
            <a:off x="4988837" y="3740626"/>
            <a:ext cx="21474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D8A02D-03DD-9855-E2CA-B4DE6851CDB2}"/>
              </a:ext>
            </a:extLst>
          </p:cNvPr>
          <p:cNvCxnSpPr>
            <a:cxnSpLocks/>
          </p:cNvCxnSpPr>
          <p:nvPr/>
        </p:nvCxnSpPr>
        <p:spPr>
          <a:xfrm>
            <a:off x="7360845" y="3740626"/>
            <a:ext cx="21474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AAB21D2-D1EB-EC31-775E-F785DB7E985F}"/>
              </a:ext>
            </a:extLst>
          </p:cNvPr>
          <p:cNvCxnSpPr>
            <a:cxnSpLocks/>
          </p:cNvCxnSpPr>
          <p:nvPr/>
        </p:nvCxnSpPr>
        <p:spPr>
          <a:xfrm>
            <a:off x="9732852" y="3740626"/>
            <a:ext cx="21474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7C2D9CB-6B2C-017D-AC7B-6D4C9E900F1B}"/>
              </a:ext>
            </a:extLst>
          </p:cNvPr>
          <p:cNvCxnSpPr>
            <a:cxnSpLocks/>
          </p:cNvCxnSpPr>
          <p:nvPr/>
        </p:nvCxnSpPr>
        <p:spPr>
          <a:xfrm>
            <a:off x="1335668" y="3003248"/>
            <a:ext cx="94655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9649BC5-49C1-142A-40C7-4382776D5624}"/>
              </a:ext>
            </a:extLst>
          </p:cNvPr>
          <p:cNvCxnSpPr>
            <a:cxnSpLocks/>
          </p:cNvCxnSpPr>
          <p:nvPr/>
        </p:nvCxnSpPr>
        <p:spPr>
          <a:xfrm>
            <a:off x="6074124" y="2481326"/>
            <a:ext cx="0" cy="5219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9824FF-91EC-3E8B-82A1-4E4E7322F408}"/>
              </a:ext>
            </a:extLst>
          </p:cNvPr>
          <p:cNvCxnSpPr>
            <a:cxnSpLocks/>
          </p:cNvCxnSpPr>
          <p:nvPr/>
        </p:nvCxnSpPr>
        <p:spPr>
          <a:xfrm>
            <a:off x="6074124" y="3006427"/>
            <a:ext cx="0" cy="5219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3B1B489-4E96-C1C3-B1DB-E40CAB5CEBBE}"/>
              </a:ext>
            </a:extLst>
          </p:cNvPr>
          <p:cNvCxnSpPr>
            <a:cxnSpLocks/>
          </p:cNvCxnSpPr>
          <p:nvPr/>
        </p:nvCxnSpPr>
        <p:spPr>
          <a:xfrm>
            <a:off x="1339162" y="3006427"/>
            <a:ext cx="0" cy="5219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C80217-6862-B22E-FB3D-5C4A737518F0}"/>
              </a:ext>
            </a:extLst>
          </p:cNvPr>
          <p:cNvCxnSpPr>
            <a:cxnSpLocks/>
          </p:cNvCxnSpPr>
          <p:nvPr/>
        </p:nvCxnSpPr>
        <p:spPr>
          <a:xfrm>
            <a:off x="3702116" y="3006427"/>
            <a:ext cx="0" cy="5219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06268C5-EAFB-E367-C783-9055346320F1}"/>
              </a:ext>
            </a:extLst>
          </p:cNvPr>
          <p:cNvCxnSpPr>
            <a:cxnSpLocks/>
          </p:cNvCxnSpPr>
          <p:nvPr/>
        </p:nvCxnSpPr>
        <p:spPr>
          <a:xfrm>
            <a:off x="8428025" y="3006427"/>
            <a:ext cx="0" cy="5219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E757E52-B137-4D97-8D51-AC0B3B49C6A2}"/>
              </a:ext>
            </a:extLst>
          </p:cNvPr>
          <p:cNvCxnSpPr>
            <a:cxnSpLocks/>
          </p:cNvCxnSpPr>
          <p:nvPr/>
        </p:nvCxnSpPr>
        <p:spPr>
          <a:xfrm>
            <a:off x="10800502" y="3006427"/>
            <a:ext cx="0" cy="52192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E47907C-FB60-0F7B-878C-7603B676A8F8}"/>
              </a:ext>
            </a:extLst>
          </p:cNvPr>
          <p:cNvCxnSpPr>
            <a:cxnSpLocks/>
          </p:cNvCxnSpPr>
          <p:nvPr/>
        </p:nvCxnSpPr>
        <p:spPr>
          <a:xfrm>
            <a:off x="4988837" y="1740514"/>
            <a:ext cx="214746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5808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C2E4EF-8267-10A1-F220-5CF4B759A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839541-E3A0-D0A1-6F6D-AA118908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t>45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DB3727-AA2F-3199-96B9-069B8C23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0BC80-8D96-1ED3-AFBE-9B3350A733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997" y="1888125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43C2FA-2883-75D3-A572-674B5DB50D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7997" y="2134346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0336A7-8872-818D-E07C-4E097B1992C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49009" y="1888125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A6D13-8C6E-7B50-5AAC-DBA58125016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49009" y="2134346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439F30B-7FDD-A1F9-C296-26872FF766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10019" y="1888125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08D2087-BF86-C7FE-5A47-99DDB3337D5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410019" y="2134346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B539EC-3418-E734-A97C-3825D1CECA1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87997" y="2892172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87DF0AD-F194-59D3-2CD6-B11363068E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87997" y="3138393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D5700DA-398B-0CF7-EC2B-23E99126A05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349009" y="2892172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25CB34-672D-F147-66F3-A92FD5782D1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49009" y="3138393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006F409-9656-8C82-B245-AB4B18B2966D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410019" y="2892172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E5F26BD-B54C-FCBE-F410-0EFC1E3014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410019" y="3138393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AF89423-7233-5C50-BCDD-9A6B10A9834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87997" y="3896219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8B715C-A4E6-3A4C-AF6B-DC61FDC38B8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87997" y="4142440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4D185A0-1EB6-68FC-2E89-C274F03BB23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349009" y="3896219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708F7B9-BD11-B3C8-C0B9-7701D102198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349009" y="4142440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CEFF22-8E61-58C0-89BA-A64E4D19C6D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410019" y="3896219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3631B3B-4748-E452-3A0A-5FE5259DE3C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410019" y="4142440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43AED9F-3BD1-9EFB-3EB9-15975E42CCF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87997" y="4900266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701EE3E-278B-FAA1-5A05-282D90BE5C5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87997" y="5146487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AA1AC52-C920-4AFF-BB47-B8968BC0C83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49009" y="4900266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92601BF-C85E-2AD8-7754-A09503C14B1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349009" y="5146487"/>
            <a:ext cx="2131336" cy="338554"/>
          </a:xfrm>
        </p:spPr>
        <p:txBody>
          <a:bodyPr/>
          <a:lstStyle/>
          <a:p>
            <a:r>
              <a:rPr lang="en-US" dirty="0"/>
              <a:t>Job 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303C279-C9F9-CB76-B9B7-F6C80F0E7D0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410019" y="4900266"/>
            <a:ext cx="2131336" cy="338554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BC7F645-B0B6-DC6D-5D8A-EFF73C81B66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410019" y="5146487"/>
            <a:ext cx="2131336" cy="338554"/>
          </a:xfrm>
        </p:spPr>
        <p:txBody>
          <a:bodyPr/>
          <a:lstStyle/>
          <a:p>
            <a:r>
              <a:rPr lang="en-US" dirty="0"/>
              <a:t>Job title </a:t>
            </a:r>
          </a:p>
        </p:txBody>
      </p:sp>
    </p:spTree>
    <p:extLst>
      <p:ext uri="{BB962C8B-B14F-4D97-AF65-F5344CB8AC3E}">
        <p14:creationId xmlns:p14="http://schemas.microsoft.com/office/powerpoint/2010/main" val="887942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D577A9-D619-F8FA-5D71-2B6F82F83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page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0ADCE-DC70-F571-8225-4210F876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46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B1990-B1AE-A465-79CB-D772F5B573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two lines max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F5172-71A7-3074-D55B-65745C6885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Highlighted section coming up next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F5EF44-194E-ED9D-8C3B-58B8E552A3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01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AEDFFE-A183-BC14-97C4-0648B22E2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02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57640C-2159-1F91-AD44-065EF5720A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03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9F8834-6A4C-89EA-6048-975EFB08B54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04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5AFBF1-2423-B043-8E12-0CD75C8BE6B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05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2BB79E7-602C-9BF5-DA2D-B0D45100304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Click to add copy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321F282-AB50-8F02-A2FB-52F2A02D6E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Click to add copy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08D3DC-6145-A0E5-743D-38708D325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Click to add copy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E151DC3-F808-B51F-465C-F770DBDCCF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Click to add copy</a:t>
            </a:r>
          </a:p>
        </p:txBody>
      </p:sp>
    </p:spTree>
    <p:extLst>
      <p:ext uri="{BB962C8B-B14F-4D97-AF65-F5344CB8AC3E}">
        <p14:creationId xmlns:p14="http://schemas.microsoft.com/office/powerpoint/2010/main" val="37424753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7EACEAD0-81AE-455B-7E7E-55CB48FB07BE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0909676"/>
              </p:ext>
            </p:extLst>
          </p:nvPr>
        </p:nvGraphicFramePr>
        <p:xfrm>
          <a:off x="1365250" y="2447364"/>
          <a:ext cx="9009063" cy="1844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7C431685-335B-9A26-5542-1CEFE88DD1C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73" imgH="473" progId="TCLayout.ActiveDocument.1">
                  <p:embed/>
                </p:oleObj>
              </mc:Choice>
              <mc:Fallback>
                <p:oleObj name="think-cell Slide" r:id="rId17" imgW="473" imgH="47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7C431685-335B-9A26-5542-1CEFE88DD1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2BFCF78-0FE5-46B9-B2A6-1639B0582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page title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316EF73-60E3-9E2E-5431-C388F36E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47</a:t>
            </a:fld>
            <a:endParaRPr lang="en-GB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C5ED010A-C107-634A-4169-96F23153DF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three lines max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8C006-E4E2-AF0E-5244-7A7C3B1B18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CLICK TO ADD SUBTITLE IN ALL CAPS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08D7C749-EEB4-6196-5623-B4E6CD5D10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TITLE OF TABLE IN ALL CAPS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1D960B9-ADCB-A6D5-4339-3E90B7BE37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Subtitle for table in italics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451105F-25BB-6EB2-66E8-29343A06A5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Navigation 1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1CF1D37C-2230-9B0F-BF77-A44398EEA1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Navigation 2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5E34883-1E00-73AF-605C-00B0AF027B0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Navigation 3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E8986BD2-D242-BE14-4000-6B6ACD30020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Navigation 4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F98F700B-F79E-7720-3E2E-AC334549E09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Data source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F74B52-1921-1B71-F663-B4387461A9C3}"/>
              </a:ext>
            </a:extLst>
          </p:cNvPr>
          <p:cNvSpPr txBox="1"/>
          <p:nvPr/>
        </p:nvSpPr>
        <p:spPr>
          <a:xfrm>
            <a:off x="5318194" y="5069913"/>
            <a:ext cx="264526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2"/>
                </a:solidFill>
                <a:cs typeface="Calibri" panose="020F0502020204030204" pitchFamily="34" charset="0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sz="1100" dirty="0" err="1">
                <a:solidFill>
                  <a:schemeClr val="bg2"/>
                </a:solidFill>
                <a:cs typeface="Calibri" panose="020F0502020204030204" pitchFamily="34" charset="0"/>
              </a:rPr>
              <a:t>urna</a:t>
            </a:r>
            <a:r>
              <a:rPr lang="en-US" sz="1100" dirty="0">
                <a:solidFill>
                  <a:schemeClr val="bg2"/>
                </a:solidFill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F5380F48-F6B0-02E2-42D5-9B9BED4F36EC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9194800" y="4495238"/>
            <a:ext cx="7207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200" dirty="0">
                <a:solidFill>
                  <a:schemeClr val="bg2"/>
                </a:solidFill>
              </a:rPr>
              <a:t>Lorem ipsum</a:t>
            </a:r>
            <a:endParaRPr lang="en-GB" sz="1200" dirty="0">
              <a:solidFill>
                <a:schemeClr val="bg2"/>
              </a:solidFill>
              <a:sym typeface="Calibri" panose="020F0502020204030204" pitchFamily="34" charset="0"/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9F363616-CF43-FEE3-ACA8-D3DE37EA0232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1609725" y="4495238"/>
            <a:ext cx="11509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200" dirty="0">
                <a:solidFill>
                  <a:schemeClr val="bg2"/>
                </a:solidFill>
              </a:rPr>
              <a:t>Lorem ipsum</a:t>
            </a:r>
            <a:endParaRPr lang="en-GB" sz="1200" dirty="0">
              <a:solidFill>
                <a:schemeClr val="bg2"/>
              </a:solidFill>
              <a:sym typeface="Calibri" panose="020F0502020204030204" pitchFamily="34" charset="0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BA9E496B-924E-5D1D-973E-24E9259E8D12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4554538" y="4495238"/>
            <a:ext cx="11557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200" dirty="0">
                <a:solidFill>
                  <a:schemeClr val="bg2"/>
                </a:solidFill>
              </a:rPr>
              <a:t>Lorem ipsum</a:t>
            </a:r>
            <a:endParaRPr lang="en-GB" sz="1200" dirty="0">
              <a:solidFill>
                <a:schemeClr val="bg2"/>
              </a:solidFill>
              <a:sym typeface="Calibri" panose="020F0502020204030204" pitchFamily="34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en-GB" sz="1200" dirty="0">
              <a:solidFill>
                <a:schemeClr val="bg2"/>
              </a:solidFill>
              <a:sym typeface="Calibri" panose="020F0502020204030204" pitchFamily="34" charset="0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C92AF1D5-DCA7-046E-A180-619466972114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3067050" y="4495238"/>
            <a:ext cx="11842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200" dirty="0">
                <a:solidFill>
                  <a:schemeClr val="bg2"/>
                </a:solidFill>
              </a:rPr>
              <a:t>Lorem ipsum</a:t>
            </a:r>
            <a:endParaRPr lang="en-GB" sz="1200" dirty="0">
              <a:solidFill>
                <a:schemeClr val="bg2"/>
              </a:solidFill>
              <a:sym typeface="Calibri" panose="020F050202020403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2F96EC4-1039-AD68-6AE8-C199F19954C5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6067425" y="4495238"/>
            <a:ext cx="10810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200" dirty="0">
                <a:solidFill>
                  <a:schemeClr val="bg2"/>
                </a:solidFill>
              </a:rPr>
              <a:t>Lorem ipsum</a:t>
            </a:r>
            <a:endParaRPr lang="en-GB" sz="1200" dirty="0">
              <a:solidFill>
                <a:schemeClr val="bg2"/>
              </a:solidFill>
              <a:sym typeface="Calibri" panose="020F0502020204030204" pitchFamily="34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endParaRPr lang="en-GB" sz="1200" dirty="0">
              <a:solidFill>
                <a:schemeClr val="bg2"/>
              </a:solidFill>
              <a:sym typeface="Calibri" panose="020F0502020204030204" pitchFamily="34" charset="0"/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89142D1-4C7B-4672-7A20-29BA588C6373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7640638" y="4495238"/>
            <a:ext cx="8794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" indent="-144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1200" dirty="0">
                <a:solidFill>
                  <a:schemeClr val="bg2"/>
                </a:solidFill>
              </a:rPr>
              <a:t>Lorem ipsum</a:t>
            </a:r>
            <a:endParaRPr lang="en-GB" sz="1200" dirty="0">
              <a:solidFill>
                <a:schemeClr val="bg2"/>
              </a:solidFill>
              <a:sym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FF408C-AADC-8AC5-E27E-3C0CA158012B}"/>
              </a:ext>
            </a:extLst>
          </p:cNvPr>
          <p:cNvSpPr/>
          <p:nvPr/>
        </p:nvSpPr>
        <p:spPr>
          <a:xfrm>
            <a:off x="9732963" y="2498163"/>
            <a:ext cx="2185345" cy="8175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 dirty="0">
                <a:solidFill>
                  <a:schemeClr val="bg2"/>
                </a:solidFill>
                <a:cs typeface="Calibri" panose="020F0502020204030204" pitchFamily="34" charset="0"/>
              </a:rPr>
              <a:t>~lorem ipsum</a:t>
            </a:r>
          </a:p>
          <a:p>
            <a:pPr algn="ctr"/>
            <a:r>
              <a:rPr lang="en-US" sz="1400" dirty="0">
                <a:solidFill>
                  <a:schemeClr val="bg2"/>
                </a:solidFill>
                <a:cs typeface="Calibri" panose="020F0502020204030204" pitchFamily="34" charset="0"/>
              </a:rPr>
              <a:t>Maecenas </a:t>
            </a:r>
            <a:r>
              <a:rPr lang="en-US" sz="1400" dirty="0" err="1">
                <a:solidFill>
                  <a:schemeClr val="bg2"/>
                </a:solidFill>
                <a:cs typeface="Calibri" panose="020F0502020204030204" pitchFamily="34" charset="0"/>
              </a:rPr>
              <a:t>porttitor</a:t>
            </a:r>
            <a:r>
              <a:rPr lang="en-US" sz="1400" dirty="0">
                <a:solidFill>
                  <a:schemeClr val="bg2"/>
                </a:solidFill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bg2"/>
                </a:solidFill>
                <a:cs typeface="Calibri" panose="020F0502020204030204" pitchFamily="34" charset="0"/>
              </a:rPr>
              <a:t>congue</a:t>
            </a:r>
            <a:r>
              <a:rPr lang="en-US" sz="1400" dirty="0">
                <a:solidFill>
                  <a:schemeClr val="bg2"/>
                </a:solidFill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chemeClr val="bg2"/>
                </a:solidFill>
                <a:cs typeface="Calibri" panose="020F0502020204030204" pitchFamily="34" charset="0"/>
              </a:rPr>
              <a:t>massa</a:t>
            </a:r>
            <a:r>
              <a:rPr lang="en-US" sz="1400" dirty="0">
                <a:solidFill>
                  <a:schemeClr val="bg2"/>
                </a:solidFill>
                <a:cs typeface="Calibri" panose="020F0502020204030204" pitchFamily="34" charset="0"/>
              </a:rPr>
              <a:t>. </a:t>
            </a:r>
            <a:endParaRPr lang="en-GB" sz="1400" dirty="0">
              <a:solidFill>
                <a:schemeClr val="bg2"/>
              </a:solidFill>
              <a:cs typeface="Calibri" panose="020F0502020204030204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DD16282-2C1C-8643-1381-65BCC63C243F}"/>
              </a:ext>
            </a:extLst>
          </p:cNvPr>
          <p:cNvCxnSpPr>
            <a:cxnSpLocks/>
          </p:cNvCxnSpPr>
          <p:nvPr/>
        </p:nvCxnSpPr>
        <p:spPr>
          <a:xfrm>
            <a:off x="9555162" y="2523563"/>
            <a:ext cx="0" cy="1008063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80F1964-44A4-0640-7993-EACC9461B9C4}"/>
              </a:ext>
            </a:extLst>
          </p:cNvPr>
          <p:cNvCxnSpPr>
            <a:cxnSpLocks/>
          </p:cNvCxnSpPr>
          <p:nvPr/>
        </p:nvCxnSpPr>
        <p:spPr>
          <a:xfrm>
            <a:off x="8563831" y="2495729"/>
            <a:ext cx="940883" cy="0"/>
          </a:xfrm>
          <a:prstGeom prst="line">
            <a:avLst/>
          </a:prstGeom>
          <a:ln w="9525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26D036F-38E5-16F9-CFD2-42EF853C9474}"/>
              </a:ext>
            </a:extLst>
          </p:cNvPr>
          <p:cNvSpPr/>
          <p:nvPr/>
        </p:nvSpPr>
        <p:spPr>
          <a:xfrm>
            <a:off x="7625197" y="2498295"/>
            <a:ext cx="909203" cy="549275"/>
          </a:xfrm>
          <a:prstGeom prst="rect">
            <a:avLst/>
          </a:prstGeom>
          <a:solidFill>
            <a:srgbClr val="F5F5F5"/>
          </a:solidFill>
          <a:ln>
            <a:solidFill>
              <a:schemeClr val="bg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E8FBCD-5E87-378C-33E7-888622A4163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146800" y="2495729"/>
            <a:ext cx="920750" cy="554038"/>
          </a:xfrm>
          <a:prstGeom prst="rect">
            <a:avLst/>
          </a:prstGeom>
          <a:noFill/>
          <a:ln w="12700" cap="flat" cmpd="sng" algn="ctr">
            <a:solidFill>
              <a:schemeClr val="bg2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2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D13307F-9902-1224-6499-A8492E79840C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gray">
          <a:xfrm>
            <a:off x="7067550" y="2495729"/>
            <a:ext cx="552450" cy="0"/>
          </a:xfrm>
          <a:prstGeom prst="line">
            <a:avLst/>
          </a:prstGeom>
          <a:ln w="9525" cap="flat" cmpd="sng" algn="ctr">
            <a:solidFill>
              <a:schemeClr val="bg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2EF0C4-E13C-CFE5-7CE3-BEEFB564D85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gray">
          <a:xfrm>
            <a:off x="4110706" y="3366599"/>
            <a:ext cx="552450" cy="0"/>
          </a:xfrm>
          <a:prstGeom prst="line">
            <a:avLst/>
          </a:prstGeom>
          <a:ln w="9525" cap="flat" cmpd="sng" algn="ctr">
            <a:solidFill>
              <a:schemeClr val="bg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ight Brace 24">
            <a:extLst>
              <a:ext uri="{FF2B5EF4-FFF2-40B4-BE49-F238E27FC236}">
                <a16:creationId xmlns:a16="http://schemas.microsoft.com/office/drawing/2014/main" id="{534F72EE-530B-0165-946A-C751D84648C0}"/>
              </a:ext>
            </a:extLst>
          </p:cNvPr>
          <p:cNvSpPr/>
          <p:nvPr/>
        </p:nvSpPr>
        <p:spPr>
          <a:xfrm rot="5400000">
            <a:off x="6554788" y="4211076"/>
            <a:ext cx="216742" cy="1546225"/>
          </a:xfrm>
          <a:prstGeom prst="rightBrace">
            <a:avLst>
              <a:gd name="adj1" fmla="val 23757"/>
              <a:gd name="adj2" fmla="val 50000"/>
            </a:avLst>
          </a:prstGeom>
          <a:ln w="31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200" dirty="0">
              <a:solidFill>
                <a:schemeClr val="bg2"/>
              </a:solidFill>
              <a:cs typeface="Calibri" panose="020F0502020204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3A345B-EAEF-B051-C599-8899077D3B9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gray">
          <a:xfrm>
            <a:off x="5594350" y="2879555"/>
            <a:ext cx="552450" cy="0"/>
          </a:xfrm>
          <a:prstGeom prst="line">
            <a:avLst/>
          </a:prstGeom>
          <a:ln w="9525" cap="flat" cmpd="sng" algn="ctr">
            <a:solidFill>
              <a:schemeClr val="bg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8EAE59-1B62-B9A7-83A7-5BE3AD7A577E}"/>
              </a:ext>
            </a:extLst>
          </p:cNvPr>
          <p:cNvCxnSpPr/>
          <p:nvPr>
            <p:custDataLst>
              <p:tags r:id="rId13"/>
            </p:custDataLst>
          </p:nvPr>
        </p:nvCxnSpPr>
        <p:spPr bwMode="gray">
          <a:xfrm>
            <a:off x="2651403" y="3722235"/>
            <a:ext cx="552450" cy="0"/>
          </a:xfrm>
          <a:prstGeom prst="line">
            <a:avLst/>
          </a:prstGeom>
          <a:ln w="9525" cap="flat" cmpd="sng" algn="ctr">
            <a:solidFill>
              <a:schemeClr val="bg2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0620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69A772AE-39EA-4781-E84D-F29EF6BD7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page title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ED9444E3-6DD7-894F-35EA-D41C15E5C6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Title over three lines max</a:t>
            </a:r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D0B58FAB-4CDF-7639-F836-6C183D28F7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CLICK TO ADD SUBTITLE IN ALL CAPS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606F2-B218-B72C-9C17-981C475F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48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861569-C7C3-43D5-3BCD-20253F690C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Lorem ipsum 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F0FD5E5A-3547-1394-60F0-F6FE7BCE17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Navigation 1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3EC410B7-8E29-9326-5A64-C462D73994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Navigation 2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EEAFFF5A-64BD-B0A1-5DED-A591B5EA94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Navigation 3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BC461656-62FC-9F94-4427-7A91230E08F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Navigation 4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603CC594-4D46-9F5D-0FB8-F4774CE517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FUSCE POSUERE, MAGNA SED PULVINAR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3595A9B0-97F2-E7A8-E3E0-22203BA9FCD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FUSCE POSUERE, MAGNA SED PULVINAR</a:t>
            </a: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136A3C58-9CA7-74E0-795F-4EF255EDD19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Lorem ipsum dolor sit amet, consectetuer adipiscing elit. Maecenas porttitor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D33A9B-8F72-391C-BB0C-40F9FEC6D3D0}"/>
              </a:ext>
            </a:extLst>
          </p:cNvPr>
          <p:cNvSpPr txBox="1"/>
          <p:nvPr/>
        </p:nvSpPr>
        <p:spPr>
          <a:xfrm>
            <a:off x="203145" y="2111103"/>
            <a:ext cx="4790883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</a:pPr>
            <a:r>
              <a:rPr lang="en-GB" sz="60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No.1</a:t>
            </a:r>
            <a:endParaRPr lang="en-GB" sz="1400" dirty="0">
              <a:solidFill>
                <a:schemeClr val="accent1"/>
              </a:solidFill>
              <a:latin typeface="Amina" pitchFamily="2" charset="77"/>
              <a:cs typeface="Calibri" panose="020F0502020204030204" pitchFamily="34" charset="0"/>
            </a:endParaRPr>
          </a:p>
          <a:p>
            <a:pPr>
              <a:lnSpc>
                <a:spcPct val="60000"/>
              </a:lnSpc>
            </a:pPr>
            <a:r>
              <a:rPr lang="en-GB" sz="14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Lorem ipsum </a:t>
            </a:r>
            <a:r>
              <a:rPr lang="en-GB" sz="1400" dirty="0" err="1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dolor</a:t>
            </a:r>
            <a:r>
              <a:rPr lang="en-GB" sz="14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 sit </a:t>
            </a:r>
            <a:r>
              <a:rPr lang="en-GB" sz="1400" dirty="0" err="1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amet</a:t>
            </a:r>
            <a:endParaRPr lang="en-US" sz="1400" dirty="0">
              <a:latin typeface="Amina" pitchFamily="2" charset="7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A5EF4C2-2A39-D3BB-FAB5-C188B5D6F913}"/>
              </a:ext>
            </a:extLst>
          </p:cNvPr>
          <p:cNvSpPr txBox="1"/>
          <p:nvPr/>
        </p:nvSpPr>
        <p:spPr>
          <a:xfrm>
            <a:off x="203143" y="3176942"/>
            <a:ext cx="4790885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</a:pPr>
            <a:r>
              <a:rPr lang="en-GB" sz="60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No.8</a:t>
            </a:r>
            <a:endParaRPr lang="en-GB" sz="1400" dirty="0">
              <a:solidFill>
                <a:schemeClr val="accent1"/>
              </a:solidFill>
              <a:latin typeface="Amina" pitchFamily="2" charset="77"/>
              <a:cs typeface="Calibri" panose="020F0502020204030204" pitchFamily="34" charset="0"/>
            </a:endParaRPr>
          </a:p>
          <a:p>
            <a:pPr>
              <a:lnSpc>
                <a:spcPct val="60000"/>
              </a:lnSpc>
            </a:pPr>
            <a:r>
              <a:rPr lang="en-GB" sz="14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Lorem ipsum </a:t>
            </a:r>
            <a:r>
              <a:rPr lang="en-GB" sz="1400" dirty="0" err="1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dolor</a:t>
            </a:r>
            <a:r>
              <a:rPr lang="en-GB" sz="14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 sit </a:t>
            </a:r>
            <a:r>
              <a:rPr lang="en-GB" sz="1400" dirty="0" err="1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amet</a:t>
            </a:r>
            <a:endParaRPr lang="en-US" sz="1400" dirty="0">
              <a:latin typeface="Amina" pitchFamily="2" charset="7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0C1DE8D-E7D7-EAE6-F6A4-D44F4FA51339}"/>
              </a:ext>
            </a:extLst>
          </p:cNvPr>
          <p:cNvSpPr txBox="1"/>
          <p:nvPr/>
        </p:nvSpPr>
        <p:spPr>
          <a:xfrm>
            <a:off x="203143" y="4242781"/>
            <a:ext cx="4790885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</a:pPr>
            <a:r>
              <a:rPr lang="en-GB" sz="60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2,400+</a:t>
            </a:r>
            <a:endParaRPr lang="en-GB" sz="1400" dirty="0">
              <a:solidFill>
                <a:schemeClr val="accent1"/>
              </a:solidFill>
              <a:latin typeface="Amina" pitchFamily="2" charset="77"/>
              <a:cs typeface="Calibri" panose="020F0502020204030204" pitchFamily="34" charset="0"/>
            </a:endParaRPr>
          </a:p>
          <a:p>
            <a:pPr>
              <a:lnSpc>
                <a:spcPct val="60000"/>
              </a:lnSpc>
            </a:pPr>
            <a:r>
              <a:rPr lang="en-GB" sz="14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Lorem</a:t>
            </a:r>
            <a:endParaRPr lang="en-US" sz="1400" dirty="0">
              <a:latin typeface="Amina" pitchFamily="2" charset="7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A3B1383-D717-421C-F72E-2C84D4A4017F}"/>
              </a:ext>
            </a:extLst>
          </p:cNvPr>
          <p:cNvSpPr txBox="1"/>
          <p:nvPr/>
        </p:nvSpPr>
        <p:spPr>
          <a:xfrm>
            <a:off x="203143" y="5308619"/>
            <a:ext cx="4790885" cy="78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</a:pPr>
            <a:r>
              <a:rPr lang="en-GB" sz="60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80+</a:t>
            </a:r>
            <a:endParaRPr lang="en-GB" sz="1400" dirty="0">
              <a:solidFill>
                <a:schemeClr val="accent1"/>
              </a:solidFill>
              <a:latin typeface="Amina" pitchFamily="2" charset="77"/>
              <a:cs typeface="Calibri" panose="020F0502020204030204" pitchFamily="34" charset="0"/>
            </a:endParaRPr>
          </a:p>
          <a:p>
            <a:pPr>
              <a:lnSpc>
                <a:spcPct val="60000"/>
              </a:lnSpc>
            </a:pPr>
            <a:r>
              <a:rPr lang="en-GB" sz="1400" dirty="0">
                <a:solidFill>
                  <a:schemeClr val="accent1"/>
                </a:solidFill>
                <a:latin typeface="Amina" pitchFamily="2" charset="77"/>
                <a:cs typeface="Calibri" panose="020F0502020204030204" pitchFamily="34" charset="0"/>
              </a:rPr>
              <a:t>Lorem ipsum</a:t>
            </a:r>
            <a:endParaRPr lang="en-US" sz="1400" dirty="0">
              <a:latin typeface="Amina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8C8005-9BE8-6C99-88B2-765C7EB2CE49}"/>
              </a:ext>
            </a:extLst>
          </p:cNvPr>
          <p:cNvSpPr txBox="1"/>
          <p:nvPr/>
        </p:nvSpPr>
        <p:spPr>
          <a:xfrm>
            <a:off x="3021137" y="1952957"/>
            <a:ext cx="264526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2"/>
                </a:solidFill>
                <a:cs typeface="Calibri" panose="020F0502020204030204" pitchFamily="34" charset="0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sz="1100" dirty="0" err="1">
                <a:solidFill>
                  <a:schemeClr val="bg2"/>
                </a:solidFill>
                <a:cs typeface="Calibri" panose="020F0502020204030204" pitchFamily="34" charset="0"/>
              </a:rPr>
              <a:t>urna</a:t>
            </a:r>
            <a:r>
              <a:rPr lang="en-US" sz="1100" dirty="0">
                <a:solidFill>
                  <a:schemeClr val="bg2"/>
                </a:solidFill>
                <a:cs typeface="Calibri" panose="020F0502020204030204" pitchFamily="34" charset="0"/>
              </a:rPr>
              <a:t>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4535CE9-15C2-6D86-93DB-6F4EFEF6ED6B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2547213"/>
              </p:ext>
            </p:extLst>
          </p:nvPr>
        </p:nvGraphicFramePr>
        <p:xfrm>
          <a:off x="6338781" y="1888365"/>
          <a:ext cx="5227532" cy="1876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6C7B29-9EED-3D41-88A3-0394293308F0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gray">
          <a:xfrm flipV="1">
            <a:off x="8315661" y="2271122"/>
            <a:ext cx="1323191" cy="12049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325658D-96AE-5511-D29F-02E70819132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833338" y="2192384"/>
            <a:ext cx="287836" cy="258763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altLang="en-US" sz="1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+x%</a:t>
            </a:r>
            <a:endParaRPr lang="en-GB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7A030D7-80B3-CA8E-925D-94084FF08628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315245614"/>
              </p:ext>
            </p:extLst>
          </p:nvPr>
        </p:nvGraphicFramePr>
        <p:xfrm>
          <a:off x="6338781" y="4908022"/>
          <a:ext cx="5227532" cy="1057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D2CDEB78-FDC0-AD59-6658-CC08788E8538}"/>
              </a:ext>
            </a:extLst>
          </p:cNvPr>
          <p:cNvSpPr/>
          <p:nvPr/>
        </p:nvSpPr>
        <p:spPr>
          <a:xfrm>
            <a:off x="7408579" y="4391730"/>
            <a:ext cx="571892" cy="21564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15%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D85F15-75B4-AD7F-3F42-304194F17BCD}"/>
              </a:ext>
            </a:extLst>
          </p:cNvPr>
          <p:cNvSpPr/>
          <p:nvPr/>
        </p:nvSpPr>
        <p:spPr>
          <a:xfrm>
            <a:off x="7408579" y="4682627"/>
            <a:ext cx="571892" cy="21564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72%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CEDE92-BF70-B351-3356-64BD094F4617}"/>
              </a:ext>
            </a:extLst>
          </p:cNvPr>
          <p:cNvSpPr/>
          <p:nvPr/>
        </p:nvSpPr>
        <p:spPr>
          <a:xfrm>
            <a:off x="9928651" y="4391730"/>
            <a:ext cx="571892" cy="21564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15%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8BAC33-D34E-BBA8-9786-80010C087751}"/>
              </a:ext>
            </a:extLst>
          </p:cNvPr>
          <p:cNvSpPr/>
          <p:nvPr/>
        </p:nvSpPr>
        <p:spPr>
          <a:xfrm>
            <a:off x="9928651" y="4682627"/>
            <a:ext cx="571892" cy="21564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89%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EC95C1-4ED6-109F-2D32-FE139235DC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974030" y="5985602"/>
            <a:ext cx="92550" cy="109514"/>
          </a:xfrm>
          <a:prstGeom prst="rect">
            <a:avLst/>
          </a:prstGeom>
          <a:solidFill>
            <a:schemeClr val="accent1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D7E850-BF3C-6CBC-7093-6CCD1B9E6C9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7192474" y="5969727"/>
            <a:ext cx="344917" cy="182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tint val="100000"/>
                    <a:shade val="100000"/>
                    <a:satMod val="13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3123C3E-1EAB-40ED-A348-1028E3A3D6C9}" type="datetime'E''''B''''''''''I''''''''''''''''''''''TDA'''''''''''''">
              <a:rPr lang="en-GB" altLang="en-US" sz="120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EBITDA</a:t>
            </a:fld>
            <a:endParaRPr lang="en-GB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748009-FC5F-8323-D02B-5982C0A5C509}"/>
              </a:ext>
            </a:extLst>
          </p:cNvPr>
          <p:cNvSpPr/>
          <p:nvPr/>
        </p:nvSpPr>
        <p:spPr>
          <a:xfrm>
            <a:off x="7911611" y="5967130"/>
            <a:ext cx="227111" cy="1793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0" tIns="0" rIns="0" bIns="0" rtlCol="0" anchor="ctr"/>
          <a:lstStyle/>
          <a:p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% Lorem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EC48B9-7F8A-D897-1582-3035EA4EE9ED}"/>
              </a:ext>
            </a:extLst>
          </p:cNvPr>
          <p:cNvSpPr/>
          <p:nvPr/>
        </p:nvSpPr>
        <p:spPr>
          <a:xfrm>
            <a:off x="9099460" y="5967130"/>
            <a:ext cx="228325" cy="179388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0" tIns="0" rIns="0" bIns="0" rtlCol="0" anchor="ctr"/>
          <a:lstStyle/>
          <a:p>
            <a:r>
              <a:rPr lang="en-GB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Ipsum </a:t>
            </a:r>
            <a:r>
              <a:rPr lang="en-GB" sz="1200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GB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2B182B-ACFB-8E2C-929A-FA21EBDEC46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gray">
          <a:xfrm flipV="1">
            <a:off x="10843271" y="6009450"/>
            <a:ext cx="448399" cy="110238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912DB6D-9B71-89C6-DC46-F73791A25F3B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0986594" y="5965514"/>
            <a:ext cx="228593" cy="180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195FE1-97D7-0444-FE2B-D51A9370D0FC}"/>
              </a:ext>
            </a:extLst>
          </p:cNvPr>
          <p:cNvSpPr txBox="1"/>
          <p:nvPr/>
        </p:nvSpPr>
        <p:spPr>
          <a:xfrm>
            <a:off x="11239341" y="5924642"/>
            <a:ext cx="77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ABCDE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991854-D56A-3F9D-7BA4-666AAFA0BF1B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gray">
          <a:xfrm flipV="1">
            <a:off x="10981500" y="3375677"/>
            <a:ext cx="448399" cy="110238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2FCA3E7C-A907-20DD-E3FA-6910EACAD8E7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124823" y="3331741"/>
            <a:ext cx="228593" cy="1800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A9A06C-C63B-D68D-6CA9-B0D3FE626F77}"/>
              </a:ext>
            </a:extLst>
          </p:cNvPr>
          <p:cNvSpPr txBox="1"/>
          <p:nvPr/>
        </p:nvSpPr>
        <p:spPr>
          <a:xfrm>
            <a:off x="11375798" y="3290869"/>
            <a:ext cx="77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XYZ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B83D59E-21A3-B294-4020-577F5C6DABEE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gray">
          <a:xfrm flipV="1">
            <a:off x="8315661" y="4977007"/>
            <a:ext cx="1323191" cy="12049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6ECC5A4-E5A5-159E-C744-2D95927D9F2A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833338" y="4898269"/>
            <a:ext cx="287836" cy="258763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GB" altLang="en-US" sz="1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+x%</a:t>
            </a:r>
            <a:endParaRPr lang="en-GB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562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136EA8-B1CC-177B-0D01-471861985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00" y="252000"/>
            <a:ext cx="1440000" cy="332399"/>
          </a:xfrm>
        </p:spPr>
        <p:txBody>
          <a:bodyPr/>
          <a:lstStyle/>
          <a:p>
            <a:r>
              <a:rPr lang="en-GB"/>
              <a:t>Financial summary </a:t>
            </a:r>
            <a:br>
              <a:rPr lang="en-GB"/>
            </a:br>
            <a:r>
              <a:rPr lang="en-GB"/>
              <a:t>– Group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CEDFC-005F-AB34-33ED-49F9645F8D6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87999" y="5292000"/>
            <a:ext cx="2320117" cy="877163"/>
          </a:xfrm>
        </p:spPr>
        <p:txBody>
          <a:bodyPr/>
          <a:lstStyle/>
          <a:p>
            <a:r>
              <a:rPr lang="en-GB" dirty="0"/>
              <a:t>Lorem ipsum dolor sit amet, consectetuer adipiscing elit. Maecenas porttitor congue massa. Fusce posuere, magna sed pulvinar ultricies,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3DB2C4F-7E3E-C0C4-E6CA-E20ECE5A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49</a:t>
            </a:fld>
            <a:endParaRPr lang="en-GB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D80FF34-E0B1-9657-98E6-BBA25B780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2482550"/>
              </p:ext>
            </p:extLst>
          </p:nvPr>
        </p:nvGraphicFramePr>
        <p:xfrm>
          <a:off x="3519753" y="329490"/>
          <a:ext cx="8181467" cy="5528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353271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136EA8-B1CC-177B-0D01-471861985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00" y="252000"/>
            <a:ext cx="1440000" cy="332399"/>
          </a:xfrm>
        </p:spPr>
        <p:txBody>
          <a:bodyPr/>
          <a:lstStyle/>
          <a:p>
            <a:r>
              <a:rPr lang="en-GB"/>
              <a:t>Financial summary </a:t>
            </a:r>
            <a:br>
              <a:rPr lang="en-GB"/>
            </a:br>
            <a:r>
              <a:rPr lang="en-GB"/>
              <a:t>– Group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CEDFC-005F-AB34-33ED-49F9645F8D6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87999" y="5292000"/>
            <a:ext cx="2320117" cy="877163"/>
          </a:xfrm>
        </p:spPr>
        <p:txBody>
          <a:bodyPr/>
          <a:lstStyle/>
          <a:p>
            <a:r>
              <a:rPr lang="en-GB" dirty="0"/>
              <a:t>Lorem ipsum dolor sit amet, consectetuer adipiscing elit. Maecenas porttitor congue massa. Fusce posuere, magna sed pulvinar ultricies,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3DB2C4F-7E3E-C0C4-E6CA-E20ECE5A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50</a:t>
            </a:fld>
            <a:endParaRPr lang="en-GB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D80FF34-E0B1-9657-98E6-BBA25B780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5737138"/>
              </p:ext>
            </p:extLst>
          </p:nvPr>
        </p:nvGraphicFramePr>
        <p:xfrm>
          <a:off x="3519753" y="329490"/>
          <a:ext cx="8181467" cy="5528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691466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136EA8-B1CC-177B-0D01-471861985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00" y="252000"/>
            <a:ext cx="1440000" cy="332399"/>
          </a:xfrm>
        </p:spPr>
        <p:txBody>
          <a:bodyPr/>
          <a:lstStyle/>
          <a:p>
            <a:r>
              <a:rPr lang="en-GB"/>
              <a:t>Financial summary </a:t>
            </a:r>
            <a:br>
              <a:rPr lang="en-GB"/>
            </a:br>
            <a:r>
              <a:rPr lang="en-GB"/>
              <a:t>– Group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CEDFC-005F-AB34-33ED-49F9645F8D6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87999" y="5292000"/>
            <a:ext cx="2320117" cy="877163"/>
          </a:xfrm>
        </p:spPr>
        <p:txBody>
          <a:bodyPr/>
          <a:lstStyle/>
          <a:p>
            <a:r>
              <a:rPr lang="en-GB" dirty="0"/>
              <a:t>Lorem ipsum dolor sit amet, consectetuer adipiscing elit. Maecenas porttitor congue massa. Fusce posuere, magna sed pulvinar ultricies,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3DB2C4F-7E3E-C0C4-E6CA-E20ECE5A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51</a:t>
            </a:fld>
            <a:endParaRPr lang="en-GB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D80FF34-E0B1-9657-98E6-BBA25B780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7904384"/>
              </p:ext>
            </p:extLst>
          </p:nvPr>
        </p:nvGraphicFramePr>
        <p:xfrm>
          <a:off x="3519753" y="329490"/>
          <a:ext cx="8181467" cy="2878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2E2ACD-6085-3007-0BA7-6DC7ED00F0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070614"/>
              </p:ext>
            </p:extLst>
          </p:nvPr>
        </p:nvGraphicFramePr>
        <p:xfrm>
          <a:off x="3519753" y="3316991"/>
          <a:ext cx="8181467" cy="2878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823403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136EA8-B1CC-177B-0D01-471861985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00" y="252000"/>
            <a:ext cx="1440000" cy="332399"/>
          </a:xfrm>
        </p:spPr>
        <p:txBody>
          <a:bodyPr/>
          <a:lstStyle/>
          <a:p>
            <a:r>
              <a:rPr lang="en-GB"/>
              <a:t>Financial summary </a:t>
            </a:r>
            <a:br>
              <a:rPr lang="en-GB"/>
            </a:br>
            <a:r>
              <a:rPr lang="en-GB"/>
              <a:t>– Group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CEDFC-005F-AB34-33ED-49F9645F8D68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87999" y="5292000"/>
            <a:ext cx="2320117" cy="877163"/>
          </a:xfrm>
        </p:spPr>
        <p:txBody>
          <a:bodyPr/>
          <a:lstStyle/>
          <a:p>
            <a:r>
              <a:rPr lang="en-GB" dirty="0"/>
              <a:t>Lorem ipsum dolor sit amet, consectetuer adipiscing elit. Maecenas porttitor congue massa. Fusce posuere, magna sed pulvinar ultricies,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3DB2C4F-7E3E-C0C4-E6CA-E20ECE5A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52</a:t>
            </a:fld>
            <a:endParaRPr lang="en-GB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BFC733C-D3A3-1FE7-7FC5-F86109D0E4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9263138"/>
              </p:ext>
            </p:extLst>
          </p:nvPr>
        </p:nvGraphicFramePr>
        <p:xfrm>
          <a:off x="3702046" y="238937"/>
          <a:ext cx="7794172" cy="574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02059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136EA8-B1CC-177B-0D01-471861985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Financial summary </a:t>
            </a:r>
            <a:br>
              <a:rPr lang="en-GB"/>
            </a:br>
            <a:r>
              <a:rPr lang="en-GB"/>
              <a:t>– Group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3DB2C4F-7E3E-C0C4-E6CA-E20ECE5AA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53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CEDFC-005F-AB34-33ED-49F9645F8D68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GB" dirty="0"/>
              <a:t>Our scale and portfolio diversity </a:t>
            </a:r>
            <a:br>
              <a:rPr lang="en-GB" dirty="0"/>
            </a:br>
            <a:r>
              <a:rPr lang="en-GB" dirty="0"/>
              <a:t>saw stable profits throughout the pandemic and into the present.</a:t>
            </a:r>
          </a:p>
        </p:txBody>
      </p:sp>
      <p:sp>
        <p:nvSpPr>
          <p:cNvPr id="2110" name="Text Placeholder 2">
            <a:extLst>
              <a:ext uri="{FF2B5EF4-FFF2-40B4-BE49-F238E27FC236}">
                <a16:creationId xmlns:a16="http://schemas.microsoft.com/office/drawing/2014/main" id="{93E1F21B-7F13-4D66-A746-954CF7F56747}"/>
              </a:ext>
            </a:extLst>
          </p:cNvPr>
          <p:cNvSpPr txBox="1">
            <a:spLocks/>
          </p:cNvSpPr>
          <p:nvPr/>
        </p:nvSpPr>
        <p:spPr>
          <a:xfrm>
            <a:off x="4623258" y="3985714"/>
            <a:ext cx="1037314" cy="6140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mina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COUNTRY</a:t>
            </a:r>
          </a:p>
          <a:p>
            <a:r>
              <a:rPr lang="en-GB" sz="1800" b="1" dirty="0">
                <a:latin typeface="Amina Bold" pitchFamily="2" charset="77"/>
              </a:rPr>
              <a:t>100%</a:t>
            </a:r>
          </a:p>
          <a:p>
            <a:r>
              <a:rPr lang="en-GB" dirty="0"/>
              <a:t>extra detail</a:t>
            </a:r>
          </a:p>
        </p:txBody>
      </p:sp>
      <p:sp>
        <p:nvSpPr>
          <p:cNvPr id="2111" name="Text Placeholder 2">
            <a:extLst>
              <a:ext uri="{FF2B5EF4-FFF2-40B4-BE49-F238E27FC236}">
                <a16:creationId xmlns:a16="http://schemas.microsoft.com/office/drawing/2014/main" id="{9A35E585-F4BA-DCF4-173C-D73EE5C2ADE0}"/>
              </a:ext>
            </a:extLst>
          </p:cNvPr>
          <p:cNvSpPr txBox="1">
            <a:spLocks/>
          </p:cNvSpPr>
          <p:nvPr/>
        </p:nvSpPr>
        <p:spPr>
          <a:xfrm>
            <a:off x="656579" y="2312887"/>
            <a:ext cx="1037314" cy="6140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mina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COUNTRY</a:t>
            </a:r>
          </a:p>
          <a:p>
            <a:r>
              <a:rPr lang="en-GB" sz="1800" b="1" dirty="0">
                <a:latin typeface="Amina Bold" pitchFamily="2" charset="77"/>
              </a:rPr>
              <a:t>100%</a:t>
            </a:r>
          </a:p>
          <a:p>
            <a:r>
              <a:rPr lang="en-GB" dirty="0"/>
              <a:t>extra detail</a:t>
            </a:r>
          </a:p>
        </p:txBody>
      </p:sp>
      <p:sp>
        <p:nvSpPr>
          <p:cNvPr id="2112" name="Text Placeholder 2">
            <a:extLst>
              <a:ext uri="{FF2B5EF4-FFF2-40B4-BE49-F238E27FC236}">
                <a16:creationId xmlns:a16="http://schemas.microsoft.com/office/drawing/2014/main" id="{8B0C04A3-1660-7EAF-B112-113DFF6ECF5B}"/>
              </a:ext>
            </a:extLst>
          </p:cNvPr>
          <p:cNvSpPr txBox="1">
            <a:spLocks/>
          </p:cNvSpPr>
          <p:nvPr/>
        </p:nvSpPr>
        <p:spPr>
          <a:xfrm>
            <a:off x="4241057" y="1999228"/>
            <a:ext cx="1037314" cy="6140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mina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COUNTRY</a:t>
            </a:r>
          </a:p>
          <a:p>
            <a:r>
              <a:rPr lang="en-GB" sz="1800" b="1" dirty="0">
                <a:latin typeface="Amina Bold" pitchFamily="2" charset="77"/>
              </a:rPr>
              <a:t>100%</a:t>
            </a:r>
          </a:p>
          <a:p>
            <a:r>
              <a:rPr lang="en-GB" dirty="0"/>
              <a:t>extra detail</a:t>
            </a:r>
          </a:p>
        </p:txBody>
      </p:sp>
      <p:sp>
        <p:nvSpPr>
          <p:cNvPr id="2113" name="Text Placeholder 2">
            <a:extLst>
              <a:ext uri="{FF2B5EF4-FFF2-40B4-BE49-F238E27FC236}">
                <a16:creationId xmlns:a16="http://schemas.microsoft.com/office/drawing/2014/main" id="{F9B9A5A7-4082-B0C3-89D2-07BC53878D4E}"/>
              </a:ext>
            </a:extLst>
          </p:cNvPr>
          <p:cNvSpPr txBox="1">
            <a:spLocks/>
          </p:cNvSpPr>
          <p:nvPr/>
        </p:nvSpPr>
        <p:spPr>
          <a:xfrm>
            <a:off x="8361608" y="4984993"/>
            <a:ext cx="1037314" cy="61401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mina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COUNTRY</a:t>
            </a:r>
          </a:p>
          <a:p>
            <a:r>
              <a:rPr lang="en-GB" sz="1800" b="1" dirty="0">
                <a:latin typeface="Amina Bold" pitchFamily="2" charset="77"/>
              </a:rPr>
              <a:t>100%</a:t>
            </a:r>
          </a:p>
          <a:p>
            <a:r>
              <a:rPr lang="en-GB" dirty="0"/>
              <a:t>extra detail</a:t>
            </a:r>
          </a:p>
        </p:txBody>
      </p:sp>
      <p:sp>
        <p:nvSpPr>
          <p:cNvPr id="2115" name="Teardrop 2114">
            <a:extLst>
              <a:ext uri="{FF2B5EF4-FFF2-40B4-BE49-F238E27FC236}">
                <a16:creationId xmlns:a16="http://schemas.microsoft.com/office/drawing/2014/main" id="{56667ECC-5A6B-4E98-0471-AC6DAEC16394}"/>
              </a:ext>
            </a:extLst>
          </p:cNvPr>
          <p:cNvSpPr/>
          <p:nvPr/>
        </p:nvSpPr>
        <p:spPr>
          <a:xfrm rot="8069442">
            <a:off x="5344204" y="1597458"/>
            <a:ext cx="317912" cy="317912"/>
          </a:xfrm>
          <a:prstGeom prst="teardrop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6" name="Teardrop 2115">
            <a:extLst>
              <a:ext uri="{FF2B5EF4-FFF2-40B4-BE49-F238E27FC236}">
                <a16:creationId xmlns:a16="http://schemas.microsoft.com/office/drawing/2014/main" id="{8BC4FDED-90F2-3FEA-8D3F-0194792E0657}"/>
              </a:ext>
            </a:extLst>
          </p:cNvPr>
          <p:cNvSpPr/>
          <p:nvPr/>
        </p:nvSpPr>
        <p:spPr>
          <a:xfrm rot="8069442">
            <a:off x="5119415" y="3419508"/>
            <a:ext cx="317912" cy="317912"/>
          </a:xfrm>
          <a:prstGeom prst="teardrop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7" name="Teardrop 2116">
            <a:extLst>
              <a:ext uri="{FF2B5EF4-FFF2-40B4-BE49-F238E27FC236}">
                <a16:creationId xmlns:a16="http://schemas.microsoft.com/office/drawing/2014/main" id="{2AE301DD-DDD1-AE5D-B282-0B15659988B1}"/>
              </a:ext>
            </a:extLst>
          </p:cNvPr>
          <p:cNvSpPr/>
          <p:nvPr/>
        </p:nvSpPr>
        <p:spPr>
          <a:xfrm rot="8069442">
            <a:off x="9653847" y="4908254"/>
            <a:ext cx="317912" cy="317912"/>
          </a:xfrm>
          <a:prstGeom prst="teardrop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8" name="Teardrop 2117">
            <a:extLst>
              <a:ext uri="{FF2B5EF4-FFF2-40B4-BE49-F238E27FC236}">
                <a16:creationId xmlns:a16="http://schemas.microsoft.com/office/drawing/2014/main" id="{35910436-03D7-0630-F71B-726C29B081AA}"/>
              </a:ext>
            </a:extLst>
          </p:cNvPr>
          <p:cNvSpPr/>
          <p:nvPr/>
        </p:nvSpPr>
        <p:spPr>
          <a:xfrm rot="8069442">
            <a:off x="1569044" y="2153931"/>
            <a:ext cx="317912" cy="317912"/>
          </a:xfrm>
          <a:prstGeom prst="teardrop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334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A0BC-DD67-DC98-F744-895F18BF3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better future demands ambitious goals.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84B1A2-0D06-AEFC-29C3-22B97CDF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54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01B9B6-8A9C-5DD8-C215-EF2B8FB3A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Vision for future </a:t>
            </a:r>
            <a:br>
              <a:rPr lang="en-GB"/>
            </a:br>
            <a:r>
              <a:rPr lang="en-GB"/>
              <a:t>– Our strategic priorities</a:t>
            </a:r>
          </a:p>
        </p:txBody>
      </p:sp>
    </p:spTree>
    <p:extLst>
      <p:ext uri="{BB962C8B-B14F-4D97-AF65-F5344CB8AC3E}">
        <p14:creationId xmlns:p14="http://schemas.microsoft.com/office/powerpoint/2010/main" val="12181537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7737-54D1-EF01-A3F1-BE5297BA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better future demands ambitious goals.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645C6-6CD8-C9B3-DB94-B269058A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55</a:t>
            </a:fld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4C498-E0B5-E979-670C-4E673DC7C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Vision for future </a:t>
            </a:r>
            <a:br>
              <a:rPr lang="en-GB" dirty="0"/>
            </a:br>
            <a:r>
              <a:rPr lang="en-GB" dirty="0"/>
              <a:t>– Our strategic priorities</a:t>
            </a:r>
          </a:p>
        </p:txBody>
      </p:sp>
    </p:spTree>
    <p:extLst>
      <p:ext uri="{BB962C8B-B14F-4D97-AF65-F5344CB8AC3E}">
        <p14:creationId xmlns:p14="http://schemas.microsoft.com/office/powerpoint/2010/main" val="8039748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C43F-7676-ED5E-A7F2-5591C59C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17" y="884421"/>
            <a:ext cx="6954459" cy="1369606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 better future demands ambitious goals.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19021-F5FC-2F56-7CF8-0BD08B87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98B5B-6BEE-4EF6-A3FC-E3D9101A6DF4}" type="slidenum">
              <a:rPr lang="en-GB" smtClean="0"/>
              <a:pPr/>
              <a:t>56</a:t>
            </a:fld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609B63C-855D-2871-569E-5A3D46DD4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00" y="252000"/>
            <a:ext cx="1440000" cy="498598"/>
          </a:xfrm>
        </p:spPr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Vision for future </a:t>
            </a:r>
            <a:br>
              <a:rPr lang="en-GB">
                <a:solidFill>
                  <a:schemeClr val="bg1"/>
                </a:solidFill>
              </a:rPr>
            </a:br>
            <a:r>
              <a:rPr lang="en-GB">
                <a:solidFill>
                  <a:schemeClr val="bg1"/>
                </a:solidFill>
              </a:rPr>
              <a:t>– Our strategic priorities</a:t>
            </a:r>
          </a:p>
        </p:txBody>
      </p:sp>
    </p:spTree>
    <p:extLst>
      <p:ext uri="{BB962C8B-B14F-4D97-AF65-F5344CB8AC3E}">
        <p14:creationId xmlns:p14="http://schemas.microsoft.com/office/powerpoint/2010/main" val="19376502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CE0E50-66DC-B159-5C76-7860E1EFA3ED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GB" dirty="0" err="1"/>
              <a:t>jane.doe@v.group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58640-4686-D72A-F377-B95A8E07AB21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GB" dirty="0"/>
              <a:t>0824 723 5732</a:t>
            </a:r>
          </a:p>
        </p:txBody>
      </p:sp>
    </p:spTree>
    <p:extLst>
      <p:ext uri="{BB962C8B-B14F-4D97-AF65-F5344CB8AC3E}">
        <p14:creationId xmlns:p14="http://schemas.microsoft.com/office/powerpoint/2010/main" val="29258013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C41C82-964A-9C22-6C0F-A1F5146E7F80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33FD-832E-9E3C-75A8-FFCF9CA71A2E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856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B617-50CC-6671-22CD-1F3A9CF84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goes here.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2D84-F4A7-AD31-3460-B37C63FD7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Sub-heading goes 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E688-CFED-2429-5627-46A00807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B1C81-E3B2-92BD-3A08-C53665E83B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869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B617-50CC-6671-22CD-1F3A9CF84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goes here.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2D84-F4A7-AD31-3460-B37C63FD7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Sub-heading goes 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E688-CFED-2429-5627-46A00807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D2A8E9-8381-5D87-3FBB-AC17199E66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997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DFF4-89CF-4C02-2BF8-A5590B348E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667AA-6635-12AA-FEDA-4F250C3CFD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F3BB8-94E7-B71D-8A3F-39CF4A17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Insert date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DD2BB-FB12-19EB-ACD2-65F7B85247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689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D6F0-A155-2366-AA26-BB4CE97DD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767F5-1D1D-922A-92DC-3A90E285C2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CCDB4-3AFC-117B-0530-FA70B4C5C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Insert date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FD921-2025-1915-6D5E-9FA03D2DF2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7920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FC5B-3DCE-04AC-9F79-44D4F8FCC1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A243A-9BE2-0290-0D28-751ECA3588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D4887-C397-146F-A781-B2025D8B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ina Medium" pitchFamily="2" charset="77"/>
                <a:ea typeface="+mn-ea"/>
                <a:cs typeface="+mn-cs"/>
              </a:rPr>
              <a:t>Insert date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ina Medium" pitchFamily="2" charset="77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840D8-BFA2-0DF1-8A39-7FF4BAA08B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4629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B617-50CC-6671-22CD-1F3A9CF84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goes here.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2D84-F4A7-AD31-3460-B37C63FD7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Sub-heading goes 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E688-CFED-2429-5627-46A00807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195FF3-68BE-25AD-29B4-4E8E647002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650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B617-50CC-6671-22CD-1F3A9CF84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goes here.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2D84-F4A7-AD31-3460-B37C63FD7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Sub-heading goes 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E688-CFED-2429-5627-46A00807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F9743-A6D0-E89C-8CC0-AA78D6E6CB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9571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79DD-2A00-2D3C-F06B-0A620C2987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94E88-571E-928E-5335-B530E0C7F0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E0068-76CC-87C5-CB24-216A884C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Insert date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47B97-3887-7495-15B7-7E7948F1D5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9766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B617-50CC-6671-22CD-1F3A9CF84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goes here.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2D84-F4A7-AD31-3460-B37C63FD7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Sub-heading goes 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E688-CFED-2429-5627-46A00807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65F96E-A275-6A48-73F6-DA6A08A68F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043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B617-50CC-6671-22CD-1F3A9CF84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goes here.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2D84-F4A7-AD31-3460-B37C63FD7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Sub-heading goes 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E688-CFED-2429-5627-46A00807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4805D-DD50-A158-4FAD-BD32791A68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571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B617-50CC-6671-22CD-1F3A9CF84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goes here.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A2D84-F4A7-AD31-3460-B37C63FD7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Sub-heading goes here.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E688-CFED-2429-5627-46A00807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59225E-3034-A592-7D41-FEC90D80FF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85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ufWGgJxnVnDdabAeS2v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w3I5XL2O0HR85JmNE.S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_L.p7t8RMRujhhuKfNU_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IM9NvWFMkwFcThHwybs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m6fATQXDZHbRFmy3qw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_1A3hF8eIdRj4mBXtq_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I._BDw645y9c4MrnZc67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QE03XVpEqAhsgo.nJAZ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QbmjlVzg1K64tOovrFy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9VsAbkkkqi1Isp0XYx6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R01buUeLW.ecR_lafqIO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fYzjnCcBOOPYH1k0853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LC2dJ9x.Omq0aVDySyt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zUI_H7M9eq58dlb.whq4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3cIDYbOxteaR5GmuEN_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5T2f1P0tJB_hL3J1tDG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4QxwfOvmy1MnJCqsHtC_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n_8eWVFwCwYZhnY4BFs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JIdoI8W0H0b3MAtNcSU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xUeAOAFCyhfTRgFTqQ3n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JIdoI8W0H0b3MAtNcSU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xUeAOAFCyhfTRgFTqQ3n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zUI_H7M9eq58dlb.whq4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3cIDYbOxteaR5GmuEN_w"/>
</p:tagLst>
</file>

<file path=ppt/theme/theme1.xml><?xml version="1.0" encoding="utf-8"?>
<a:theme xmlns:a="http://schemas.openxmlformats.org/drawingml/2006/main" name="V Group Theme">
  <a:themeElements>
    <a:clrScheme name="V-GROUP">
      <a:dk1>
        <a:srgbClr val="020A08"/>
      </a:dk1>
      <a:lt1>
        <a:srgbClr val="FFFFFF"/>
      </a:lt1>
      <a:dk2>
        <a:srgbClr val="052E2B"/>
      </a:dk2>
      <a:lt2>
        <a:srgbClr val="FFFFFF"/>
      </a:lt2>
      <a:accent1>
        <a:srgbClr val="68DA6A"/>
      </a:accent1>
      <a:accent2>
        <a:srgbClr val="EE3F17"/>
      </a:accent2>
      <a:accent3>
        <a:srgbClr val="00B2C6"/>
      </a:accent3>
      <a:accent4>
        <a:srgbClr val="CDD6DB"/>
      </a:accent4>
      <a:accent5>
        <a:srgbClr val="CCC3B9"/>
      </a:accent5>
      <a:accent6>
        <a:srgbClr val="EF9418"/>
      </a:accent6>
      <a:hlink>
        <a:srgbClr val="020A08"/>
      </a:hlink>
      <a:folHlink>
        <a:srgbClr val="020A08"/>
      </a:folHlink>
    </a:clrScheme>
    <a:fontScheme name="V Group">
      <a:majorFont>
        <a:latin typeface="Amina Light"/>
        <a:ea typeface=""/>
        <a:cs typeface=""/>
      </a:majorFont>
      <a:minorFont>
        <a:latin typeface="Amin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V Group Theme">
  <a:themeElements>
    <a:clrScheme name="V-GROUP">
      <a:dk1>
        <a:srgbClr val="020A08"/>
      </a:dk1>
      <a:lt1>
        <a:srgbClr val="FFFFFF"/>
      </a:lt1>
      <a:dk2>
        <a:srgbClr val="052E2B"/>
      </a:dk2>
      <a:lt2>
        <a:srgbClr val="FFFFFF"/>
      </a:lt2>
      <a:accent1>
        <a:srgbClr val="68DA6A"/>
      </a:accent1>
      <a:accent2>
        <a:srgbClr val="EE3F17"/>
      </a:accent2>
      <a:accent3>
        <a:srgbClr val="00B2C6"/>
      </a:accent3>
      <a:accent4>
        <a:srgbClr val="CDD6DB"/>
      </a:accent4>
      <a:accent5>
        <a:srgbClr val="CCC3B9"/>
      </a:accent5>
      <a:accent6>
        <a:srgbClr val="EF9418"/>
      </a:accent6>
      <a:hlink>
        <a:srgbClr val="020A08"/>
      </a:hlink>
      <a:folHlink>
        <a:srgbClr val="020A08"/>
      </a:folHlink>
    </a:clrScheme>
    <a:fontScheme name="V Group">
      <a:majorFont>
        <a:latin typeface="Amina Light"/>
        <a:ea typeface=""/>
        <a:cs typeface=""/>
      </a:majorFont>
      <a:minorFont>
        <a:latin typeface="Amin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3a610b-cdd8-4d8d-981f-7ccb4c04e3c8">
      <Terms xmlns="http://schemas.microsoft.com/office/infopath/2007/PartnerControls"/>
    </lcf76f155ced4ddcb4097134ff3c332f>
    <TaxCatchAll xmlns="d78f1564-d912-43ea-bf2f-7b93cdc8ae4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867559C419545AD82AE64394CC56B" ma:contentTypeVersion="12" ma:contentTypeDescription="Create a new document." ma:contentTypeScope="" ma:versionID="ac1b2709c871ba7efc4705abd372c473">
  <xsd:schema xmlns:xsd="http://www.w3.org/2001/XMLSchema" xmlns:xs="http://www.w3.org/2001/XMLSchema" xmlns:p="http://schemas.microsoft.com/office/2006/metadata/properties" xmlns:ns2="f73a610b-cdd8-4d8d-981f-7ccb4c04e3c8" xmlns:ns3="d78f1564-d912-43ea-bf2f-7b93cdc8ae4c" targetNamespace="http://schemas.microsoft.com/office/2006/metadata/properties" ma:root="true" ma:fieldsID="3f2c694b952da2796a6ba5271f3339b2" ns2:_="" ns3:_="">
    <xsd:import namespace="f73a610b-cdd8-4d8d-981f-7ccb4c04e3c8"/>
    <xsd:import namespace="d78f1564-d912-43ea-bf2f-7b93cdc8ae4c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3a610b-cdd8-4d8d-981f-7ccb4c04e3c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0292d99c-caeb-43ef-8de2-1f8cde096a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8f1564-d912-43ea-bf2f-7b93cdc8ae4c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6b40cb0-6fbd-41d0-9c41-4a736ebeae99}" ma:internalName="TaxCatchAll" ma:showField="CatchAllData" ma:web="d78f1564-d912-43ea-bf2f-7b93cdc8ae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EF5BE1-BB14-4881-8F46-19D901E0E917}">
  <ds:schemaRefs>
    <ds:schemaRef ds:uri="http://schemas.microsoft.com/office/2006/metadata/properties"/>
    <ds:schemaRef ds:uri="http://schemas.microsoft.com/office/infopath/2007/PartnerControls"/>
    <ds:schemaRef ds:uri="f73a610b-cdd8-4d8d-981f-7ccb4c04e3c8"/>
    <ds:schemaRef ds:uri="d78f1564-d912-43ea-bf2f-7b93cdc8ae4c"/>
  </ds:schemaRefs>
</ds:datastoreItem>
</file>

<file path=customXml/itemProps2.xml><?xml version="1.0" encoding="utf-8"?>
<ds:datastoreItem xmlns:ds="http://schemas.openxmlformats.org/officeDocument/2006/customXml" ds:itemID="{8195C831-2A98-4660-9918-46652DE4AB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3a610b-cdd8-4d8d-981f-7ccb4c04e3c8"/>
    <ds:schemaRef ds:uri="d78f1564-d912-43ea-bf2f-7b93cdc8ae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266077-D0C5-4918-9B41-AFF680EF92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4984</TotalTime>
  <Words>6318</Words>
  <Application>Microsoft Office PowerPoint</Application>
  <PresentationFormat>Widescreen</PresentationFormat>
  <Paragraphs>802</Paragraphs>
  <Slides>69</Slides>
  <Notes>6</Notes>
  <HiddenSlides>2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9" baseType="lpstr">
      <vt:lpstr>Amina</vt:lpstr>
      <vt:lpstr>Amina Bold</vt:lpstr>
      <vt:lpstr>Amina Light</vt:lpstr>
      <vt:lpstr>Amina Medium</vt:lpstr>
      <vt:lpstr>Arial</vt:lpstr>
      <vt:lpstr>Calibri</vt:lpstr>
      <vt:lpstr>System Font Regular</vt:lpstr>
      <vt:lpstr>V Group Theme</vt:lpstr>
      <vt:lpstr>1_V Group Theme</vt:lpstr>
      <vt:lpstr>think-cell Slide</vt:lpstr>
      <vt:lpstr>PowerPoint Presentation</vt:lpstr>
      <vt:lpstr>PowerPoint Presentation</vt:lpstr>
      <vt:lpstr>Title goes here.</vt:lpstr>
      <vt:lpstr>PowerPoint Presentation</vt:lpstr>
      <vt:lpstr>02</vt:lpstr>
      <vt:lpstr>05</vt:lpstr>
      <vt:lpstr>08</vt:lpstr>
      <vt:lpstr>PowerPoint Presentation</vt:lpstr>
      <vt:lpstr>02</vt:lpstr>
      <vt:lpstr>05</vt:lpstr>
      <vt:lpstr>08</vt:lpstr>
      <vt:lpstr>PowerPoint Presentation</vt:lpstr>
      <vt:lpstr>PowerPoint Presentation</vt:lpstr>
      <vt:lpstr>PowerPoint Presentation</vt:lpstr>
      <vt:lpstr>Our promises to people and partners.</vt:lpstr>
      <vt:lpstr>Our promises to people and partners.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Resilient business, solid financials.</vt:lpstr>
      <vt:lpstr>Resilient business, solid financials.</vt:lpstr>
      <vt:lpstr>Resilient business, solid financials.</vt:lpstr>
      <vt:lpstr>Resilient business, solid financials.</vt:lpstr>
      <vt:lpstr>Resilient business, solid financials.</vt:lpstr>
      <vt:lpstr>Resilient business, solid financials.</vt:lpstr>
      <vt:lpstr>RESILIENT BUSINESS, SOLID FINANCIALS</vt:lpstr>
      <vt:lpstr>RESILIENT BUSINESS, SOLID FINANCIALS</vt:lpstr>
      <vt:lpstr>Meet the team</vt:lpstr>
      <vt:lpstr>MEET THE TEAM</vt:lpstr>
      <vt:lpstr>MEET THE TEAM</vt:lpstr>
      <vt:lpstr>MEET THE TEAM</vt:lpstr>
      <vt:lpstr>MEET THE TEAM</vt:lpstr>
      <vt:lpstr>MEET THE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better future demands ambitious goals.</vt:lpstr>
      <vt:lpstr>A better future demands ambitious goals.</vt:lpstr>
      <vt:lpstr>A better future demands ambitious goals.</vt:lpstr>
      <vt:lpstr>PowerPoint Presentation</vt:lpstr>
      <vt:lpstr>PowerPoint Presentation</vt:lpstr>
      <vt:lpstr>Title goes here.</vt:lpstr>
      <vt:lpstr>Title goes here.</vt:lpstr>
      <vt:lpstr>PowerPoint Presentation</vt:lpstr>
      <vt:lpstr>PowerPoint Presentation</vt:lpstr>
      <vt:lpstr>PowerPoint Presentation</vt:lpstr>
      <vt:lpstr>Title goes here.</vt:lpstr>
      <vt:lpstr>Title goes here.</vt:lpstr>
      <vt:lpstr>PowerPoint Presentation</vt:lpstr>
      <vt:lpstr>Title goes here.</vt:lpstr>
      <vt:lpstr>Title goes here.</vt:lpstr>
      <vt:lpstr>Title goes here.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Klair Noble-Clarke</dc:creator>
  <cp:lastModifiedBy>Little, Rhona</cp:lastModifiedBy>
  <cp:revision>86</cp:revision>
  <dcterms:created xsi:type="dcterms:W3CDTF">2022-09-15T11:32:54Z</dcterms:created>
  <dcterms:modified xsi:type="dcterms:W3CDTF">2025-11-13T10:58:12Z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2264674-cd8f-466c-b856-e08499a2c724_Enabled">
    <vt:lpwstr>true</vt:lpwstr>
  </property>
  <property fmtid="{D5CDD505-2E9C-101B-9397-08002B2CF9AE}" pid="3" name="MSIP_Label_a2264674-cd8f-466c-b856-e08499a2c724_SetDate">
    <vt:lpwstr>2023-02-22T05:19:07Z</vt:lpwstr>
  </property>
  <property fmtid="{D5CDD505-2E9C-101B-9397-08002B2CF9AE}" pid="4" name="MSIP_Label_a2264674-cd8f-466c-b856-e08499a2c724_Method">
    <vt:lpwstr>Standard</vt:lpwstr>
  </property>
  <property fmtid="{D5CDD505-2E9C-101B-9397-08002B2CF9AE}" pid="5" name="MSIP_Label_a2264674-cd8f-466c-b856-e08499a2c724_Name">
    <vt:lpwstr>Default Un-Marked Label</vt:lpwstr>
  </property>
  <property fmtid="{D5CDD505-2E9C-101B-9397-08002B2CF9AE}" pid="6" name="MSIP_Label_a2264674-cd8f-466c-b856-e08499a2c724_SiteId">
    <vt:lpwstr>ecbee5ca-a1e4-4d4e-9c24-621b2df3f698</vt:lpwstr>
  </property>
  <property fmtid="{D5CDD505-2E9C-101B-9397-08002B2CF9AE}" pid="7" name="MSIP_Label_a2264674-cd8f-466c-b856-e08499a2c724_ActionId">
    <vt:lpwstr>a5202a70-177e-4974-91ac-29844957d959</vt:lpwstr>
  </property>
  <property fmtid="{D5CDD505-2E9C-101B-9397-08002B2CF9AE}" pid="8" name="MSIP_Label_a2264674-cd8f-466c-b856-e08499a2c724_ContentBits">
    <vt:lpwstr>0</vt:lpwstr>
  </property>
  <property fmtid="{D5CDD505-2E9C-101B-9397-08002B2CF9AE}" pid="9" name="ContentTypeId">
    <vt:lpwstr>0x010100772867559C419545AD82AE64394CC56B</vt:lpwstr>
  </property>
  <property fmtid="{D5CDD505-2E9C-101B-9397-08002B2CF9AE}" pid="10" name="MediaServiceImageTags">
    <vt:lpwstr/>
  </property>
</Properties>
</file>