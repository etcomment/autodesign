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m="http://schemas.openxmlformats.org/officeDocument/2006/math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/>
          <p:cNvPicPr>
            <a:picLocks noChangeAspect="1"/>
          </p:cNvPicPr>
          <p:nvPr/>
        </p:nvPicPr>
        <p:blipFill>
          <a:blip r:embed=""/>
          <a:stretch>
            <a:fillRect/>
          </a:stretch>
        </p:blipFill>
        <p:spPr>
          <a:xfrm>
            <a:off x="914400" y="9144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2026-08-05T21:10:02Z</dcterms:created>
  <dcterms:modified xsi:type="dcterms:W3CDTF">2026-08-05T21:10:02Z</dcterms:modified>
</cp:coreProperties>
</file>